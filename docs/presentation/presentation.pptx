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47"/>
  </p:notesMasterIdLst>
  <p:handoutMasterIdLst>
    <p:handoutMasterId r:id="rId48"/>
  </p:handoutMasterIdLst>
  <p:sldIdLst>
    <p:sldId id="256" r:id="rId2"/>
    <p:sldId id="291" r:id="rId3"/>
    <p:sldId id="292" r:id="rId4"/>
    <p:sldId id="293" r:id="rId5"/>
    <p:sldId id="298" r:id="rId6"/>
    <p:sldId id="299" r:id="rId7"/>
    <p:sldId id="301" r:id="rId8"/>
    <p:sldId id="300" r:id="rId9"/>
    <p:sldId id="302" r:id="rId10"/>
    <p:sldId id="313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4" r:id="rId22"/>
    <p:sldId id="315" r:id="rId23"/>
    <p:sldId id="318" r:id="rId24"/>
    <p:sldId id="319" r:id="rId25"/>
    <p:sldId id="316" r:id="rId26"/>
    <p:sldId id="317" r:id="rId27"/>
    <p:sldId id="289" r:id="rId28"/>
    <p:sldId id="295" r:id="rId29"/>
    <p:sldId id="321" r:id="rId30"/>
    <p:sldId id="322" r:id="rId31"/>
    <p:sldId id="329" r:id="rId32"/>
    <p:sldId id="331" r:id="rId33"/>
    <p:sldId id="323" r:id="rId34"/>
    <p:sldId id="324" r:id="rId35"/>
    <p:sldId id="325" r:id="rId36"/>
    <p:sldId id="326" r:id="rId37"/>
    <p:sldId id="327" r:id="rId38"/>
    <p:sldId id="328" r:id="rId39"/>
    <p:sldId id="330" r:id="rId40"/>
    <p:sldId id="282" r:id="rId41"/>
    <p:sldId id="283" r:id="rId42"/>
    <p:sldId id="284" r:id="rId43"/>
    <p:sldId id="285" r:id="rId44"/>
    <p:sldId id="286" r:id="rId45"/>
    <p:sldId id="276" r:id="rId4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EE36AF8D-5BEB-E041-9101-0495C1E2400F}">
          <p14:sldIdLst>
            <p14:sldId id="256"/>
            <p14:sldId id="291"/>
            <p14:sldId id="292"/>
            <p14:sldId id="293"/>
            <p14:sldId id="298"/>
            <p14:sldId id="299"/>
            <p14:sldId id="301"/>
            <p14:sldId id="300"/>
            <p14:sldId id="302"/>
            <p14:sldId id="313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4"/>
            <p14:sldId id="315"/>
            <p14:sldId id="318"/>
            <p14:sldId id="319"/>
            <p14:sldId id="316"/>
            <p14:sldId id="317"/>
            <p14:sldId id="289"/>
            <p14:sldId id="295"/>
            <p14:sldId id="321"/>
            <p14:sldId id="322"/>
            <p14:sldId id="329"/>
            <p14:sldId id="331"/>
            <p14:sldId id="323"/>
            <p14:sldId id="324"/>
            <p14:sldId id="325"/>
            <p14:sldId id="326"/>
            <p14:sldId id="327"/>
            <p14:sldId id="328"/>
            <p14:sldId id="330"/>
            <p14:sldId id="282"/>
            <p14:sldId id="283"/>
            <p14:sldId id="284"/>
            <p14:sldId id="285"/>
            <p14:sldId id="286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2B60"/>
    <a:srgbClr val="4FBFD3"/>
    <a:srgbClr val="E4067E"/>
    <a:srgbClr val="4F4C4E"/>
    <a:srgbClr val="808285"/>
    <a:srgbClr val="96004F"/>
    <a:srgbClr val="4D4D4F"/>
    <a:srgbClr val="C9C9C9"/>
    <a:srgbClr val="D385A9"/>
    <a:srgbClr val="C25B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Kujunduslaad 1 – rõhk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Kujunduslaad 1 – rõhk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08" autoAdjust="0"/>
    <p:restoredTop sz="96687"/>
  </p:normalViewPr>
  <p:slideViewPr>
    <p:cSldViewPr snapToGrid="0" snapToObjects="1" showGuides="1">
      <p:cViewPr varScale="1">
        <p:scale>
          <a:sx n="111" d="100"/>
          <a:sy n="111" d="100"/>
        </p:scale>
        <p:origin x="8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7944"/>
    </p:cViewPr>
  </p:sorterViewPr>
  <p:notesViewPr>
    <p:cSldViewPr snapToGrid="0" snapToObjects="1">
      <p:cViewPr varScale="1">
        <p:scale>
          <a:sx n="108" d="100"/>
          <a:sy n="108" d="100"/>
        </p:scale>
        <p:origin x="316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280163477189498E-2"/>
          <c:y val="4.93161845637572E-2"/>
          <c:w val="0.86420140110551202"/>
          <c:h val="0.704316902083014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C2-4BC4-A093-8A0282BD30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1C2-4BC4-A093-8A0282BD304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1C2-4BC4-A093-8A0282BD30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0393712"/>
        <c:axId val="890510816"/>
      </c:barChart>
      <c:catAx>
        <c:axId val="890393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t-EE"/>
          </a:p>
        </c:txPr>
        <c:crossAx val="890510816"/>
        <c:crosses val="autoZero"/>
        <c:auto val="1"/>
        <c:lblAlgn val="ctr"/>
        <c:lblOffset val="100"/>
        <c:noMultiLvlLbl val="0"/>
      </c:catAx>
      <c:valAx>
        <c:axId val="89051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t-EE"/>
          </a:p>
        </c:txPr>
        <c:crossAx val="890393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4937108338838502"/>
          <c:y val="0.89384448990236098"/>
          <c:w val="0.30125772692896202"/>
          <c:h val="0.1061555100976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t-E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t-E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Graafik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799-444B-BA14-6E6EE270A6D4}"/>
              </c:ext>
            </c:extLst>
          </c:dPt>
          <c:dPt>
            <c:idx val="1"/>
            <c:bubble3D val="0"/>
            <c:explosion val="21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1CE-4FC4-842D-19EC8CB60A6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799-444B-BA14-6E6EE270A6D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799-444B-BA14-6E6EE270A6D4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8.2000000000000011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CE-4FC4-842D-19EC8CB60A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1649516981957002E-2"/>
          <c:y val="0.92514837503653302"/>
          <c:w val="0.81670073046349401"/>
          <c:h val="7.485162496346689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t-E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t-E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37233B-0833-EF40-A4A4-4DDA2CCDF12B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8668B-42F9-8648-A8AF-436CB12C4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6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7A5CFB8B-B9EB-4E3F-B143-7BE1A009C8C1}" type="datetimeFigureOut">
              <a:rPr lang="en-US"/>
              <a:pPr>
                <a:defRPr/>
              </a:pPr>
              <a:t>3/25/2019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89D10C4C-EAC2-4D66-B9F8-E052F2E25BCC}" type="slidenum">
              <a:rPr lang="en-US" altLang="et-EE"/>
              <a:pPr>
                <a:defRPr/>
              </a:pPr>
              <a:t>‹#›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034850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27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089522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i pildi kohatä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ärkmete kohatäid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aidinumbri kohatä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41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298159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aslaid ar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094" r="-1" b="21589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grpSp>
        <p:nvGrpSpPr>
          <p:cNvPr id="9" name="Group 8"/>
          <p:cNvGrpSpPr/>
          <p:nvPr userDrawn="1"/>
        </p:nvGrpSpPr>
        <p:grpSpPr>
          <a:xfrm>
            <a:off x="-1" y="1965075"/>
            <a:ext cx="12192000" cy="4892925"/>
            <a:chOff x="-1" y="1965075"/>
            <a:chExt cx="12192000" cy="4892925"/>
          </a:xfrm>
        </p:grpSpPr>
        <p:sp>
          <p:nvSpPr>
            <p:cNvPr id="10" name="Freeform 9"/>
            <p:cNvSpPr/>
            <p:nvPr userDrawn="1"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3" name="Picture 3" descr="C:\Users\ipihu\Desktop\logo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800" y="1965075"/>
              <a:ext cx="244951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7" name="Picture 3" descr="C:\Users\ipihu\Desktop\logo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6800" y="1966097"/>
            <a:ext cx="2449513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 smtClean="0"/>
          </a:p>
        </p:txBody>
      </p:sp>
      <p:sp>
        <p:nvSpPr>
          <p:cNvPr id="11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942276" y="4472120"/>
            <a:ext cx="8892396" cy="85287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accent3"/>
                </a:solidFill>
                <a:latin typeface="Verdana" charset="0"/>
              </a:defRPr>
            </a:lvl1pPr>
          </a:lstStyle>
          <a:p>
            <a:r>
              <a:rPr lang="et-EE" sz="3600" dirty="0" smtClean="0"/>
              <a:t>Presentatsiooni Pealkiri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964578" y="5791200"/>
            <a:ext cx="4738535" cy="78274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/>
              <a:t>Nimi </a:t>
            </a:r>
            <a:r>
              <a:rPr lang="et-EE" sz="1800" dirty="0" err="1" smtClean="0"/>
              <a:t>Nimeste</a:t>
            </a:r>
            <a:r>
              <a:rPr lang="et-EE" sz="1800" dirty="0" smtClean="0"/>
              <a:t/>
            </a:r>
            <a:br>
              <a:rPr lang="et-EE" sz="1800" dirty="0" smtClean="0"/>
            </a:br>
            <a:r>
              <a:rPr lang="et-EE" sz="1800" dirty="0" smtClean="0"/>
              <a:t>Teaduskond / instituut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/>
              <a:t>Tallinna</a:t>
            </a:r>
            <a:r>
              <a:rPr lang="en-US" sz="1800" dirty="0" smtClean="0"/>
              <a:t> </a:t>
            </a:r>
            <a:r>
              <a:rPr lang="en-US" sz="1800" dirty="0" err="1" smtClean="0"/>
              <a:t>Tehnikaülikool</a:t>
            </a:r>
            <a:endParaRPr lang="et-EE" sz="1800" dirty="0" smtClean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8656883" y="625724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942276" y="4961733"/>
            <a:ext cx="8892396" cy="48142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accent3"/>
                </a:solidFill>
                <a:latin typeface="Verdana" charset="0"/>
              </a:defRPr>
            </a:lvl1pPr>
          </a:lstStyle>
          <a:p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3728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494517" cy="81088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628776"/>
            <a:ext cx="8802242" cy="4140200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lang="en-US" altLang="en-US" sz="1800" smtClean="0">
                <a:solidFill>
                  <a:srgbClr val="332B60"/>
                </a:solidFill>
              </a:defRPr>
            </a:lvl1pPr>
            <a:lvl2pPr marL="742950" indent="-28575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2pPr>
            <a:lvl3pPr marL="120015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3pPr>
            <a:lvl4pPr>
              <a:defRPr sz="1800">
                <a:solidFill>
                  <a:srgbClr val="332B60"/>
                </a:solidFill>
              </a:defRPr>
            </a:lvl4pPr>
            <a:lvl5pPr marL="1771650" marR="0" indent="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>
              <a:defRPr sz="1800">
                <a:solidFill>
                  <a:srgbClr val="332B60"/>
                </a:solidFill>
              </a:defRPr>
            </a:lvl7pPr>
          </a:lstStyle>
          <a:p>
            <a:pPr>
              <a:buClr>
                <a:srgbClr val="E4067E"/>
              </a:buClr>
            </a:pP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Vivamus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Proin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dapibus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Praesent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ultrice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ces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nulla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sit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lacus.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Ut</a:t>
            </a:r>
            <a:r>
              <a:rPr lang="en-US" altLang="en-US" sz="1800" dirty="0" smtClean="0">
                <a:solidFill>
                  <a:srgbClr val="332B60"/>
                </a:solidFill>
              </a:rPr>
              <a:t> vitae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nunc</a:t>
            </a:r>
            <a:r>
              <a:rPr lang="en-US" altLang="en-US" sz="1800" dirty="0" smtClean="0">
                <a:solidFill>
                  <a:srgbClr val="332B60"/>
                </a:solidFill>
              </a:rPr>
              <a:t> non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pede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tristique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sagittis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Aliquam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imperdiet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vel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</a:p>
          <a:p>
            <a:pPr lvl="2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Quisque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porttitor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imperiandiet</a:t>
            </a:r>
            <a:r>
              <a:rPr lang="en-US" altLang="en-US" sz="1800" dirty="0" smtClean="0">
                <a:solidFill>
                  <a:srgbClr val="332B60"/>
                </a:solidFill>
              </a:rPr>
              <a:t> qua.</a:t>
            </a:r>
          </a:p>
          <a:p>
            <a:pPr lvl="3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solidFill>
                  <a:srgbClr val="332B60"/>
                </a:solidFill>
              </a:rPr>
              <a:t>Phasellus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vel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dirty="0" smtClean="0">
                <a:solidFill>
                  <a:srgbClr val="332B60"/>
                </a:solidFill>
              </a:rPr>
              <a:t> at </a:t>
            </a:r>
            <a:r>
              <a:rPr lang="en-US" altLang="en-US" dirty="0" err="1" smtClean="0">
                <a:solidFill>
                  <a:srgbClr val="332B60"/>
                </a:solidFill>
              </a:rPr>
              <a:t>orci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dirty="0" smtClean="0">
                <a:solidFill>
                  <a:srgbClr val="332B60"/>
                </a:solidFill>
              </a:rPr>
              <a:t>. Viva </a:t>
            </a:r>
            <a:r>
              <a:rPr lang="en-US" altLang="en-US" dirty="0" err="1" smtClean="0">
                <a:solidFill>
                  <a:srgbClr val="332B60"/>
                </a:solidFill>
              </a:rPr>
              <a:t>etmus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est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eu</a:t>
            </a:r>
            <a:r>
              <a:rPr lang="et-EE" altLang="en-US" dirty="0" smtClean="0">
                <a:solidFill>
                  <a:srgbClr val="332B60"/>
                </a:solidFill>
              </a:rPr>
              <a:t>.</a:t>
            </a:r>
          </a:p>
          <a:p>
            <a:pPr lvl="4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solidFill>
                  <a:srgbClr val="332B60"/>
                </a:solidFill>
              </a:rPr>
              <a:t>Phasellus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vel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dirty="0" smtClean="0">
                <a:solidFill>
                  <a:srgbClr val="332B60"/>
                </a:solidFill>
              </a:rPr>
              <a:t> at </a:t>
            </a:r>
            <a:r>
              <a:rPr lang="en-US" altLang="en-US" dirty="0" err="1" smtClean="0">
                <a:solidFill>
                  <a:srgbClr val="332B60"/>
                </a:solidFill>
              </a:rPr>
              <a:t>orci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dirty="0" smtClean="0">
                <a:solidFill>
                  <a:srgbClr val="332B60"/>
                </a:solidFill>
              </a:rPr>
              <a:t>. Viva </a:t>
            </a:r>
            <a:r>
              <a:rPr lang="en-US" altLang="en-US" dirty="0" err="1" smtClean="0">
                <a:solidFill>
                  <a:srgbClr val="332B60"/>
                </a:solidFill>
              </a:rPr>
              <a:t>etmus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est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eu</a:t>
            </a:r>
            <a:r>
              <a:rPr lang="et-EE" altLang="en-US" dirty="0" smtClean="0">
                <a:solidFill>
                  <a:srgbClr val="332B60"/>
                </a:solidFill>
              </a:rPr>
              <a:t>.</a:t>
            </a:r>
          </a:p>
          <a:p>
            <a:pPr lvl="5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solidFill>
                  <a:srgbClr val="332B60"/>
                </a:solidFill>
              </a:rPr>
              <a:t>Phasellus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vel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dirty="0" smtClean="0">
                <a:solidFill>
                  <a:srgbClr val="332B60"/>
                </a:solidFill>
              </a:rPr>
              <a:t> at </a:t>
            </a:r>
            <a:r>
              <a:rPr lang="en-US" altLang="en-US" dirty="0" err="1" smtClean="0">
                <a:solidFill>
                  <a:srgbClr val="332B60"/>
                </a:solidFill>
              </a:rPr>
              <a:t>orci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dirty="0" smtClean="0">
                <a:solidFill>
                  <a:srgbClr val="332B60"/>
                </a:solidFill>
              </a:rPr>
              <a:t>. Viva </a:t>
            </a:r>
            <a:r>
              <a:rPr lang="en-US" altLang="en-US" dirty="0" err="1" smtClean="0">
                <a:solidFill>
                  <a:srgbClr val="332B60"/>
                </a:solidFill>
              </a:rPr>
              <a:t>etmus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est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eu</a:t>
            </a:r>
            <a:r>
              <a:rPr lang="et-EE" altLang="en-US" dirty="0" smtClean="0">
                <a:solidFill>
                  <a:srgbClr val="332B60"/>
                </a:solidFill>
              </a:rPr>
              <a:t>.</a:t>
            </a:r>
            <a:endParaRPr lang="en-US" altLang="en-US" dirty="0" smtClean="0">
              <a:solidFill>
                <a:srgbClr val="332B60"/>
              </a:solidFill>
            </a:endParaRPr>
          </a:p>
          <a:p>
            <a:pPr>
              <a:buClr>
                <a:srgbClr val="E4067E"/>
              </a:buClr>
            </a:pPr>
            <a:r>
              <a:rPr lang="et-EE" altLang="en-US" sz="1800" dirty="0" smtClean="0">
                <a:solidFill>
                  <a:srgbClr val="332B60"/>
                </a:solidFill>
                <a:latin typeface="+mn-lt"/>
              </a:rPr>
              <a:t>B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ibendum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rutrum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ut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turpis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velit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semper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augue</a:t>
            </a:r>
            <a:r>
              <a:rPr lang="en-US" altLang="en-US" sz="1800" dirty="0" smtClean="0">
                <a:solidFill>
                  <a:srgbClr val="332B60"/>
                </a:solidFill>
              </a:rPr>
              <a:t>.</a:t>
            </a:r>
          </a:p>
          <a:p>
            <a:pPr marL="2514600" marR="0" lvl="5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t-EE" dirty="0" smtClean="0"/>
          </a:p>
          <a:p>
            <a:pPr marL="2057400" marR="0" lvl="4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t-EE" dirty="0" smtClean="0"/>
          </a:p>
          <a:p>
            <a:pPr lvl="2"/>
            <a:endParaRPr lang="et-EE" dirty="0" smtClean="0"/>
          </a:p>
          <a:p>
            <a:pPr lvl="0"/>
            <a:endParaRPr lang="et-EE" dirty="0" smtClean="0"/>
          </a:p>
        </p:txBody>
      </p:sp>
      <p:sp>
        <p:nvSpPr>
          <p:cNvPr id="4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1767682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pos="13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ja gra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494517" cy="80277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/>
            </a:lvl2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14" name="Chart Placeholder 13"/>
          <p:cNvSpPr>
            <a:spLocks noGrp="1"/>
          </p:cNvSpPr>
          <p:nvPr>
            <p:ph type="chart" sz="quarter" idx="15"/>
          </p:nvPr>
        </p:nvSpPr>
        <p:spPr>
          <a:xfrm>
            <a:off x="2183498" y="3244275"/>
            <a:ext cx="8790444" cy="2530883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Diagrammi lisamiseks klõpsake ikooni</a:t>
            </a:r>
            <a:endParaRPr lang="en-US" noProof="0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6"/>
          </p:nvPr>
        </p:nvSpPr>
        <p:spPr>
          <a:xfrm>
            <a:off x="2171700" y="2144993"/>
            <a:ext cx="8790444" cy="901807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742950" indent="-28575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2pPr>
            <a:lvl3pPr marL="11430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3pPr>
            <a:lvl4pPr marL="1371600" indent="0">
              <a:buFont typeface="Verdana" panose="020B0604030504040204" pitchFamily="34" charset="0"/>
              <a:buNone/>
              <a:defRPr/>
            </a:lvl4pPr>
          </a:lstStyle>
          <a:p>
            <a:pPr lvl="0"/>
            <a:r>
              <a:rPr lang="et-EE" dirty="0" smtClean="0"/>
              <a:t>Redigeeri juhtslaidi tekstilaade</a:t>
            </a:r>
          </a:p>
          <a:p>
            <a:pPr lvl="1"/>
            <a:r>
              <a:rPr lang="et-EE" dirty="0" smtClean="0"/>
              <a:t>Redigeeri teksti</a:t>
            </a:r>
          </a:p>
          <a:p>
            <a:pPr lvl="2"/>
            <a:r>
              <a:rPr lang="et-EE" dirty="0" smtClean="0"/>
              <a:t>Redigeeri teksti</a:t>
            </a:r>
          </a:p>
          <a:p>
            <a:pPr lvl="2"/>
            <a:endParaRPr lang="et-EE" dirty="0" smtClean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2171700" y="1628776"/>
            <a:ext cx="8790444" cy="413669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 tekstilaade</a:t>
            </a:r>
          </a:p>
        </p:txBody>
      </p:sp>
      <p:sp>
        <p:nvSpPr>
          <p:cNvPr id="6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242169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656887" cy="810887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2171700" y="1628776"/>
            <a:ext cx="8964612" cy="388032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 tekstilaade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2171700" y="2196270"/>
            <a:ext cx="8964613" cy="3572706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5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59299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2" orient="horz" pos="3997" userDrawn="1">
          <p15:clr>
            <a:srgbClr val="FBAE40"/>
          </p15:clr>
        </p15:guide>
        <p15:guide id="3" orient="horz" pos="102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ja graafi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7" y="549275"/>
            <a:ext cx="6109380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12" name="Chart Placeholder 13"/>
          <p:cNvSpPr>
            <a:spLocks noGrp="1"/>
          </p:cNvSpPr>
          <p:nvPr>
            <p:ph type="chart" sz="quarter" idx="15"/>
          </p:nvPr>
        </p:nvSpPr>
        <p:spPr>
          <a:xfrm>
            <a:off x="6888163" y="549276"/>
            <a:ext cx="4248151" cy="52197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dirty="0" smtClean="0"/>
              <a:t>Diagrammi lisamiseks klõpsake ikooni</a:t>
            </a:r>
            <a:endParaRPr lang="en-US" noProof="0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628776"/>
            <a:ext cx="4351731" cy="4140199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6858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2pPr>
            <a:lvl3pPr marL="11430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3pPr>
            <a:lvl4pPr marL="16002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dirty="0" smtClean="0"/>
              <a:t>Redigeeri juhtslaidi tekstilaade</a:t>
            </a:r>
          </a:p>
          <a:p>
            <a:pPr lvl="1"/>
            <a:r>
              <a:rPr lang="et-EE" dirty="0" smtClean="0"/>
              <a:t>Redigeeri teksti</a:t>
            </a:r>
          </a:p>
          <a:p>
            <a:pPr lvl="2"/>
            <a:r>
              <a:rPr lang="et-EE" dirty="0" smtClean="0"/>
              <a:t>Redigeeri teksti</a:t>
            </a:r>
          </a:p>
          <a:p>
            <a:pPr marL="1600200" marR="0" lvl="3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057400" marR="0" lvl="4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514600" marR="0" lvl="5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971800" marR="0" lvl="6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 </a:t>
            </a:r>
          </a:p>
        </p:txBody>
      </p:sp>
      <p:sp>
        <p:nvSpPr>
          <p:cNvPr id="5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222815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ja pi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6044006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200" b="1" i="0"/>
            </a:lvl2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7"/>
          </p:nvPr>
        </p:nvSpPr>
        <p:spPr>
          <a:xfrm>
            <a:off x="6888163" y="549276"/>
            <a:ext cx="4248151" cy="52197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5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628776"/>
            <a:ext cx="4351731" cy="4140199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6858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2pPr>
            <a:lvl3pPr marL="1143000" indent="-228600">
              <a:buClr>
                <a:srgbClr val="E4067E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3pPr>
            <a:lvl4pPr marL="16002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dirty="0" smtClean="0"/>
              <a:t>Redigeeri juhtslaidi tekstilaade</a:t>
            </a:r>
          </a:p>
          <a:p>
            <a:pPr lvl="1"/>
            <a:r>
              <a:rPr lang="et-EE" dirty="0" smtClean="0"/>
              <a:t>Redigeeri teksti</a:t>
            </a:r>
          </a:p>
          <a:p>
            <a:pPr lvl="2"/>
            <a:r>
              <a:rPr lang="et-EE" dirty="0" smtClean="0"/>
              <a:t>Redigeeri teksti</a:t>
            </a:r>
          </a:p>
          <a:p>
            <a:pPr marL="1600200" marR="0" lvl="3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057400" marR="0" lvl="4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514600" marR="0" lvl="5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</a:t>
            </a:r>
          </a:p>
          <a:p>
            <a:pPr marL="2971800" marR="0" lvl="6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t-EE" dirty="0" smtClean="0"/>
              <a:t>Redigeeri teksti </a:t>
            </a:r>
          </a:p>
        </p:txBody>
      </p:sp>
    </p:spTree>
    <p:extLst>
      <p:ext uri="{BB962C8B-B14F-4D97-AF65-F5344CB8AC3E}">
        <p14:creationId xmlns:p14="http://schemas.microsoft.com/office/powerpoint/2010/main" val="239501077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raafik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2171700" y="5204389"/>
            <a:ext cx="4351731" cy="570769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 tekstilaade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8471"/>
            <a:ext cx="10656888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20" name="Text Placeholder 11"/>
          <p:cNvSpPr>
            <a:spLocks noGrp="1"/>
          </p:cNvSpPr>
          <p:nvPr>
            <p:ph type="body" sz="quarter" idx="21"/>
          </p:nvPr>
        </p:nvSpPr>
        <p:spPr>
          <a:xfrm>
            <a:off x="6888164" y="5204389"/>
            <a:ext cx="4248542" cy="570769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 tekstilaade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2"/>
          </p:nvPr>
        </p:nvSpPr>
        <p:spPr>
          <a:xfrm>
            <a:off x="2171701" y="1628776"/>
            <a:ext cx="4351338" cy="333633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Diagrammi lisamiseks klõpsake ikooni</a:t>
            </a:r>
            <a:endParaRPr lang="en-US" noProof="0" dirty="0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23" hasCustomPrompt="1"/>
          </p:nvPr>
        </p:nvSpPr>
        <p:spPr>
          <a:xfrm>
            <a:off x="6888163" y="1628775"/>
            <a:ext cx="4248150" cy="333633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Diagrammi lisamiseks klõpsake ikooni</a:t>
            </a:r>
            <a:endParaRPr lang="en-US" noProof="0" dirty="0"/>
          </a:p>
        </p:txBody>
      </p:sp>
      <p:sp>
        <p:nvSpPr>
          <p:cNvPr id="7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5577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m pil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9"/>
          <p:cNvSpPr>
            <a:spLocks noGrp="1"/>
          </p:cNvSpPr>
          <p:nvPr>
            <p:ph type="pic" sz="quarter" idx="17"/>
          </p:nvPr>
        </p:nvSpPr>
        <p:spPr>
          <a:xfrm>
            <a:off x="2171700" y="549276"/>
            <a:ext cx="5109317" cy="52197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10" name="Picture Placeholder 19"/>
          <p:cNvSpPr>
            <a:spLocks noGrp="1"/>
          </p:cNvSpPr>
          <p:nvPr>
            <p:ph type="pic" sz="quarter" idx="19"/>
          </p:nvPr>
        </p:nvSpPr>
        <p:spPr>
          <a:xfrm>
            <a:off x="7511753" y="3459344"/>
            <a:ext cx="3624561" cy="230963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11" name="Picture Placeholder 19"/>
          <p:cNvSpPr>
            <a:spLocks noGrp="1"/>
          </p:cNvSpPr>
          <p:nvPr>
            <p:ph type="pic" sz="quarter" idx="20"/>
          </p:nvPr>
        </p:nvSpPr>
        <p:spPr>
          <a:xfrm>
            <a:off x="7511753" y="549275"/>
            <a:ext cx="3624561" cy="2709564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5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6" name="Straight Connector 8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47872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1545"/>
            <a:ext cx="10656888" cy="83666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 b="1" i="0"/>
            </a:lvl2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23"/>
          </p:nvPr>
        </p:nvSpPr>
        <p:spPr>
          <a:xfrm>
            <a:off x="2171700" y="1628776"/>
            <a:ext cx="8964613" cy="4140200"/>
          </a:xfrm>
          <a:prstGeom prst="rect">
            <a:avLst/>
          </a:prstGeom>
        </p:spPr>
        <p:txBody>
          <a:bodyPr/>
          <a:lstStyle>
            <a:lvl1pPr>
              <a:defRPr sz="1800" baseline="0">
                <a:solidFill>
                  <a:schemeClr val="bg1"/>
                </a:solidFill>
                <a:latin typeface="Verdana" charset="0"/>
              </a:defRPr>
            </a:lvl1pPr>
          </a:lstStyle>
          <a:p>
            <a:pPr lvl="0"/>
            <a:r>
              <a:rPr lang="et-EE" noProof="0" dirty="0" smtClean="0"/>
              <a:t>Tabeli lisamiseks klõpsake ikooni</a:t>
            </a:r>
            <a:endParaRPr lang="en-US" noProof="0" dirty="0"/>
          </a:p>
        </p:txBody>
      </p:sp>
      <p:sp>
        <p:nvSpPr>
          <p:cNvPr id="4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5" name="Straight Connector 8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66333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656886" cy="84441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</a:t>
            </a:r>
          </a:p>
          <a:p>
            <a:pPr lvl="0"/>
            <a:r>
              <a:rPr lang="et-EE" dirty="0" smtClean="0"/>
              <a:t>Vajadusel kahel real</a:t>
            </a:r>
            <a:endParaRPr lang="en-US" dirty="0" smtClean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628775"/>
            <a:ext cx="8964612" cy="627315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t-EE" dirty="0" smtClean="0"/>
              <a:t>Redigeeri juhtslaidi tekstilaade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2171700" y="2491176"/>
            <a:ext cx="8964611" cy="32778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dirty="0" smtClean="0"/>
              <a:t>Pildi lisamiseks klõpsake ikooni</a:t>
            </a:r>
            <a:endParaRPr lang="en-US" noProof="0" dirty="0"/>
          </a:p>
        </p:txBody>
      </p:sp>
      <p:sp>
        <p:nvSpPr>
          <p:cNvPr id="5" name="Text Placeholder 1"/>
          <p:cNvSpPr txBox="1">
            <a:spLocks/>
          </p:cNvSpPr>
          <p:nvPr userDrawn="1"/>
        </p:nvSpPr>
        <p:spPr>
          <a:xfrm>
            <a:off x="1836653" y="5972632"/>
            <a:ext cx="2761100" cy="17513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kern="1200" cap="all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1200" b="0" dirty="0" smtClean="0"/>
              <a:t>TALLINNA TEHNIKAÜLIKOOL</a:t>
            </a:r>
            <a:endParaRPr lang="en-US" altLang="en-US" sz="1200" b="0" dirty="0" smtClean="0"/>
          </a:p>
        </p:txBody>
      </p:sp>
      <p:cxnSp>
        <p:nvCxnSpPr>
          <p:cNvPr id="6" name="Straight Connector 8"/>
          <p:cNvCxnSpPr/>
          <p:nvPr userDrawn="1"/>
        </p:nvCxnSpPr>
        <p:spPr>
          <a:xfrm>
            <a:off x="1698624" y="5775158"/>
            <a:ext cx="0" cy="57008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27012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hesla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094" r="-1" b="21589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grpSp>
        <p:nvGrpSpPr>
          <p:cNvPr id="2" name="Group 1"/>
          <p:cNvGrpSpPr/>
          <p:nvPr userDrawn="1"/>
        </p:nvGrpSpPr>
        <p:grpSpPr>
          <a:xfrm>
            <a:off x="-1" y="1965075"/>
            <a:ext cx="12192000" cy="4892925"/>
            <a:chOff x="-1" y="1965075"/>
            <a:chExt cx="12192000" cy="4892925"/>
          </a:xfrm>
        </p:grpSpPr>
        <p:sp>
          <p:nvSpPr>
            <p:cNvPr id="7" name="Freeform 6"/>
            <p:cNvSpPr/>
            <p:nvPr userDrawn="1"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8" name="Picture 3" descr="C:\Users\ipihu\Desktop\logo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800" y="1965075"/>
              <a:ext cx="244951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97922"/>
            <a:ext cx="10159444" cy="19961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accent3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t-EE" altLang="en-US" sz="2900" dirty="0" err="1" smtClean="0">
                <a:solidFill>
                  <a:schemeClr val="tx2"/>
                </a:solidFill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</a:rPr>
              <a:t>Vajadusel ka KAHEL 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68397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imane sla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094" r="-1" b="21589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sp>
        <p:nvSpPr>
          <p:cNvPr id="15" name="Freeform 14"/>
          <p:cNvSpPr/>
          <p:nvPr userDrawn="1"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693884" y="1958640"/>
            <a:ext cx="2447645" cy="1370681"/>
          </a:xfrm>
          <a:prstGeom prst="rect">
            <a:avLst/>
          </a:prstGeom>
        </p:spPr>
      </p:pic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 smtClean="0"/>
          </a:p>
        </p:txBody>
      </p:sp>
      <p:sp>
        <p:nvSpPr>
          <p:cNvPr id="8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97922"/>
            <a:ext cx="10159444" cy="163897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rgbClr val="332B60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n-US" altLang="en-US" dirty="0" smtClean="0"/>
              <a:t>TALLINN</a:t>
            </a:r>
            <a:r>
              <a:rPr lang="et-EE" altLang="en-US" dirty="0" smtClean="0"/>
              <a:t>A</a:t>
            </a:r>
            <a:r>
              <a:rPr lang="en-US" altLang="en-US" dirty="0" smtClean="0"/>
              <a:t> </a:t>
            </a:r>
            <a:r>
              <a:rPr lang="et-EE" altLang="en-US" dirty="0" smtClean="0"/>
              <a:t>TEHNIKAÜLIKOOL</a:t>
            </a:r>
            <a:endParaRPr lang="en-US" altLang="en-US" dirty="0" smtClean="0"/>
          </a:p>
          <a:p>
            <a:r>
              <a:rPr lang="en-US" altLang="en-US" sz="1700" b="0" cap="none" dirty="0" err="1" smtClean="0">
                <a:solidFill>
                  <a:schemeClr val="accent2"/>
                </a:solidFill>
              </a:rPr>
              <a:t>Ehitajate</a:t>
            </a:r>
            <a:r>
              <a:rPr lang="en-US" altLang="en-US" sz="1700" b="0" cap="none" dirty="0" smtClean="0">
                <a:solidFill>
                  <a:schemeClr val="accent2"/>
                </a:solidFill>
              </a:rPr>
              <a:t> </a:t>
            </a:r>
            <a:r>
              <a:rPr lang="et-EE" altLang="en-US" sz="1700" b="0" cap="none" dirty="0" smtClean="0">
                <a:solidFill>
                  <a:schemeClr val="accent2"/>
                </a:solidFill>
              </a:rPr>
              <a:t>tee</a:t>
            </a:r>
            <a:r>
              <a:rPr lang="en-US" altLang="en-US" sz="1700" b="0" cap="none" dirty="0" smtClean="0">
                <a:solidFill>
                  <a:schemeClr val="accent2"/>
                </a:solidFill>
              </a:rPr>
              <a:t> 5, 19086 Tallinn</a:t>
            </a:r>
            <a:r>
              <a:rPr lang="et-EE" altLang="en-US" sz="1700" b="0" cap="none" dirty="0" smtClean="0">
                <a:solidFill>
                  <a:schemeClr val="accent2"/>
                </a:solidFill>
              </a:rPr>
              <a:t>, </a:t>
            </a:r>
          </a:p>
          <a:p>
            <a:r>
              <a:rPr lang="et-EE" altLang="en-US" sz="1700" b="0" cap="none" dirty="0" smtClean="0">
                <a:solidFill>
                  <a:schemeClr val="accent2"/>
                </a:solidFill>
              </a:rPr>
              <a:t>Tel </a:t>
            </a:r>
            <a:r>
              <a:rPr lang="en-US" altLang="en-US" sz="1700" b="0" cap="none" dirty="0" smtClean="0">
                <a:solidFill>
                  <a:schemeClr val="accent2"/>
                </a:solidFill>
              </a:rPr>
              <a:t>620 2002 (</a:t>
            </a:r>
            <a:r>
              <a:rPr lang="et-EE" altLang="en-US" sz="1700" b="0" cap="none" dirty="0" smtClean="0">
                <a:solidFill>
                  <a:schemeClr val="accent2"/>
                </a:solidFill>
              </a:rPr>
              <a:t>E-R</a:t>
            </a:r>
            <a:r>
              <a:rPr lang="en-US" altLang="en-US" sz="1700" b="0" cap="none" dirty="0" smtClean="0">
                <a:solidFill>
                  <a:schemeClr val="accent2"/>
                </a:solidFill>
              </a:rPr>
              <a:t> 8.30–</a:t>
            </a:r>
            <a:r>
              <a:rPr lang="et-EE" altLang="en-US" sz="1700" b="0" cap="none" dirty="0" smtClean="0">
                <a:solidFill>
                  <a:schemeClr val="accent2"/>
                </a:solidFill>
              </a:rPr>
              <a:t>17</a:t>
            </a:r>
            <a:r>
              <a:rPr lang="en-US" altLang="en-US" sz="1700" b="0" cap="none" dirty="0" smtClean="0">
                <a:solidFill>
                  <a:schemeClr val="accent2"/>
                </a:solidFill>
              </a:rPr>
              <a:t>.00</a:t>
            </a:r>
            <a:r>
              <a:rPr lang="et-EE" altLang="en-US" sz="1700" b="0" cap="none" dirty="0" smtClean="0">
                <a:solidFill>
                  <a:schemeClr val="accent2"/>
                </a:solidFill>
              </a:rPr>
              <a:t>)</a:t>
            </a:r>
            <a:endParaRPr lang="en-US" altLang="en-US" sz="1700" cap="none" dirty="0" smtClean="0">
              <a:solidFill>
                <a:schemeClr val="accent2"/>
              </a:solidFill>
            </a:endParaRPr>
          </a:p>
          <a:p>
            <a:r>
              <a:rPr lang="en-US" altLang="en-US" sz="1700" cap="none" dirty="0" smtClean="0">
                <a:solidFill>
                  <a:schemeClr val="accent2"/>
                </a:solidFill>
                <a:latin typeface="Verdana" panose="020B0604030504040204" pitchFamily="34" charset="0"/>
              </a:rPr>
              <a:t>t</a:t>
            </a:r>
            <a:r>
              <a:rPr lang="et-EE" altLang="en-US" sz="1700" cap="none" dirty="0" err="1" smtClean="0">
                <a:solidFill>
                  <a:schemeClr val="accent2"/>
                </a:solidFill>
                <a:latin typeface="Verdana" panose="020B0604030504040204" pitchFamily="34" charset="0"/>
              </a:rPr>
              <a:t>altech</a:t>
            </a:r>
            <a:r>
              <a:rPr lang="en-US" altLang="en-US" sz="1700" cap="none" dirty="0" smtClean="0">
                <a:solidFill>
                  <a:schemeClr val="accent2"/>
                </a:solidFill>
                <a:latin typeface="Verdana" panose="020B0604030504040204" pitchFamily="34" charset="0"/>
              </a:rPr>
              <a:t>.</a:t>
            </a:r>
            <a:r>
              <a:rPr lang="en-US" altLang="en-US" sz="1700" cap="none" dirty="0" err="1" smtClean="0">
                <a:solidFill>
                  <a:schemeClr val="accent2"/>
                </a:solidFill>
                <a:latin typeface="Verdana" panose="020B0604030504040204" pitchFamily="34" charset="0"/>
              </a:rPr>
              <a:t>ee</a:t>
            </a:r>
            <a:endParaRPr lang="en-US" altLang="en-US" sz="1700" cap="none" dirty="0" smtClean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51389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lt 3"/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35" t="19052" r="15651" b="26172"/>
          <a:stretch/>
        </p:blipFill>
        <p:spPr>
          <a:xfrm>
            <a:off x="462334" y="5732251"/>
            <a:ext cx="1085205" cy="64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9" r:id="rId11"/>
    <p:sldLayoutId id="2147483920" r:id="rId12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3634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1368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34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jp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9.jpe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57" t="31542" b="-6940"/>
          <a:stretch/>
        </p:blipFill>
        <p:spPr>
          <a:xfrm>
            <a:off x="1" y="-27159"/>
            <a:ext cx="12191999" cy="685800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67605"/>
            <a:ext cx="12192000" cy="4890395"/>
            <a:chOff x="-1" y="1967605"/>
            <a:chExt cx="12192000" cy="4890395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67605"/>
              <a:ext cx="2447645" cy="1370681"/>
            </a:xfrm>
            <a:prstGeom prst="rect">
              <a:avLst/>
            </a:prstGeom>
          </p:spPr>
        </p:pic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6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737"/>
          <a:stretch/>
        </p:blipFill>
        <p:spPr>
          <a:xfrm>
            <a:off x="-3" y="-19455"/>
            <a:ext cx="12192001" cy="4961106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223"/>
          <a:stretch/>
        </p:blipFill>
        <p:spPr>
          <a:xfrm>
            <a:off x="0" y="-33811"/>
            <a:ext cx="12192001" cy="488884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" t="19848" b="19848"/>
          <a:stretch/>
        </p:blipFill>
        <p:spPr>
          <a:xfrm>
            <a:off x="0" y="-31030"/>
            <a:ext cx="12172394" cy="490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67605"/>
            <a:ext cx="12192000" cy="4890395"/>
            <a:chOff x="-1" y="1967605"/>
            <a:chExt cx="12192000" cy="4890395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77555" y="1967605"/>
              <a:ext cx="2447645" cy="1370681"/>
            </a:xfrm>
            <a:prstGeom prst="rect">
              <a:avLst/>
            </a:prstGeom>
          </p:spPr>
        </p:pic>
      </p:grpSp>
      <p:sp>
        <p:nvSpPr>
          <p:cNvPr id="16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8" name="Teksti kohatäide 5"/>
          <p:cNvSpPr txBox="1">
            <a:spLocks/>
          </p:cNvSpPr>
          <p:nvPr/>
        </p:nvSpPr>
        <p:spPr>
          <a:xfrm>
            <a:off x="958720" y="5731946"/>
            <a:ext cx="5800895" cy="91144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kern="1200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 smtClean="0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88811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52" t="22451" r="4987" b="1289"/>
          <a:stretch/>
        </p:blipFill>
        <p:spPr>
          <a:xfrm>
            <a:off x="0" y="1327"/>
            <a:ext cx="12192000" cy="4825724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  <p:sp>
        <p:nvSpPr>
          <p:cNvPr id="15" name="Teksti kohatäide 5"/>
          <p:cNvSpPr txBox="1">
            <a:spLocks/>
          </p:cNvSpPr>
          <p:nvPr/>
        </p:nvSpPr>
        <p:spPr>
          <a:xfrm>
            <a:off x="958720" y="5731946"/>
            <a:ext cx="5800895" cy="91144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kern="1200" baseline="0">
                <a:solidFill>
                  <a:schemeClr val="accent2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 smtClean="0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493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6" t="37808" r="2986" b="6466"/>
          <a:stretch/>
        </p:blipFill>
        <p:spPr>
          <a:xfrm>
            <a:off x="-3" y="-19455"/>
            <a:ext cx="12192001" cy="4961106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73783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71" b="21894"/>
          <a:stretch/>
        </p:blipFill>
        <p:spPr>
          <a:xfrm>
            <a:off x="0" y="0"/>
            <a:ext cx="12191999" cy="492846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6789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34" b="9666"/>
          <a:stretch/>
        </p:blipFill>
        <p:spPr>
          <a:xfrm>
            <a:off x="0" y="-1"/>
            <a:ext cx="12191999" cy="48768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80343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47" b="21350"/>
          <a:stretch/>
        </p:blipFill>
        <p:spPr>
          <a:xfrm>
            <a:off x="0" y="-2"/>
            <a:ext cx="12192000" cy="48607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61923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06" b="6063"/>
          <a:stretch/>
        </p:blipFill>
        <p:spPr>
          <a:xfrm>
            <a:off x="0" y="-1"/>
            <a:ext cx="12192000" cy="573194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8040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86" b="6488"/>
          <a:stretch/>
        </p:blipFill>
        <p:spPr>
          <a:xfrm>
            <a:off x="-1" y="1"/>
            <a:ext cx="12192000" cy="49409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60574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86" b="6488"/>
          <a:stretch/>
        </p:blipFill>
        <p:spPr>
          <a:xfrm>
            <a:off x="-1" y="1"/>
            <a:ext cx="12192000" cy="49409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>
                <a:solidFill>
                  <a:srgbClr val="332B60"/>
                </a:solidFill>
              </a:rPr>
              <a:t>Presentatsiooni Pealkiri </a:t>
            </a:r>
            <a:r>
              <a:rPr lang="et-EE" sz="3600" dirty="0">
                <a:solidFill>
                  <a:srgbClr val="4FBFD3"/>
                </a:solidFill>
              </a:rPr>
              <a:t>vajadusel kahel real</a:t>
            </a: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77704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86" b="24228"/>
          <a:stretch/>
        </p:blipFill>
        <p:spPr>
          <a:xfrm>
            <a:off x="0" y="0"/>
            <a:ext cx="12191999" cy="486294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/>
              <a:t>Nimi </a:t>
            </a:r>
            <a:r>
              <a:rPr lang="et-EE" sz="1800" dirty="0" err="1" smtClean="0"/>
              <a:t>Nimeste</a:t>
            </a:r>
            <a:r>
              <a:rPr lang="et-EE" sz="1800" dirty="0" smtClean="0"/>
              <a:t/>
            </a:r>
            <a:br>
              <a:rPr lang="et-EE" sz="1800" dirty="0" smtClean="0"/>
            </a:br>
            <a:r>
              <a:rPr lang="et-EE" sz="1800" dirty="0" smtClean="0"/>
              <a:t>Teaduskond / instituut</a:t>
            </a:r>
            <a:r>
              <a:rPr lang="et-EE" sz="180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/>
              <a:t>Tallinna</a:t>
            </a:r>
            <a:r>
              <a:rPr lang="en-US" sz="1800" dirty="0" smtClean="0"/>
              <a:t> </a:t>
            </a:r>
            <a:r>
              <a:rPr lang="en-US" sz="1800" dirty="0" err="1"/>
              <a:t>Tehnikaülikool</a:t>
            </a:r>
            <a:endParaRPr lang="et-EE" sz="1800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5605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86" b="24228"/>
          <a:stretch/>
        </p:blipFill>
        <p:spPr>
          <a:xfrm>
            <a:off x="0" y="0"/>
            <a:ext cx="12191999" cy="486294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>
                <a:solidFill>
                  <a:srgbClr val="332B60"/>
                </a:solidFill>
              </a:rPr>
              <a:t>Presentatsiooni Pealkiri </a:t>
            </a:r>
            <a:r>
              <a:rPr lang="et-EE" sz="3600" dirty="0" smtClean="0">
                <a:solidFill>
                  <a:srgbClr val="4FBFD3"/>
                </a:solidFill>
              </a:rPr>
              <a:t>vajadusel kahel real</a:t>
            </a:r>
            <a:endParaRPr lang="et-EE" sz="3600" dirty="0">
              <a:solidFill>
                <a:srgbClr val="4FBFD3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37257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" t="16500" r="800" b="3804"/>
          <a:stretch/>
        </p:blipFill>
        <p:spPr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47728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6" b="-15416"/>
          <a:stretch/>
        </p:blipFill>
        <p:spPr>
          <a:xfrm>
            <a:off x="0" y="-1"/>
            <a:ext cx="12191999" cy="64168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3359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230"/>
          <a:stretch/>
        </p:blipFill>
        <p:spPr>
          <a:xfrm>
            <a:off x="0" y="0"/>
            <a:ext cx="12192000" cy="6462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7234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47" b="20853"/>
          <a:stretch/>
        </p:blipFill>
        <p:spPr>
          <a:xfrm>
            <a:off x="0" y="-3"/>
            <a:ext cx="12191999" cy="49011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5976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78" r="7333" b="30568"/>
          <a:stretch/>
        </p:blipFill>
        <p:spPr>
          <a:xfrm>
            <a:off x="0" y="0"/>
            <a:ext cx="12191999" cy="48199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55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5" t="22486" b="40542"/>
          <a:stretch/>
        </p:blipFill>
        <p:spPr>
          <a:xfrm>
            <a:off x="0" y="-3"/>
            <a:ext cx="12191999" cy="49011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3412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902" b="2574"/>
          <a:stretch/>
        </p:blipFill>
        <p:spPr>
          <a:xfrm flipH="1">
            <a:off x="1" y="-3"/>
            <a:ext cx="12191998" cy="49011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34799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7858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>
                <a:solidFill>
                  <a:srgbClr val="332B60"/>
                </a:solidFill>
              </a:rPr>
              <a:t>Presentatsiooni Pealkiri </a:t>
            </a:r>
            <a:r>
              <a:rPr lang="et-EE" sz="3600" dirty="0">
                <a:solidFill>
                  <a:srgbClr val="4FBFD3"/>
                </a:solidFill>
              </a:rPr>
              <a:t>vajadusel kahel real</a:t>
            </a: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26137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44" b="19560"/>
          <a:stretch/>
        </p:blipFill>
        <p:spPr>
          <a:xfrm>
            <a:off x="1" y="-1"/>
            <a:ext cx="12192678" cy="483616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/>
              <a:t>Nimi </a:t>
            </a:r>
            <a:r>
              <a:rPr lang="et-EE" sz="1800" dirty="0" err="1" smtClean="0"/>
              <a:t>Nimeste</a:t>
            </a:r>
            <a:r>
              <a:rPr lang="et-EE" sz="1800" dirty="0" smtClean="0"/>
              <a:t/>
            </a:r>
            <a:br>
              <a:rPr lang="et-EE" sz="1800" dirty="0" smtClean="0"/>
            </a:br>
            <a:r>
              <a:rPr lang="et-EE" sz="1800" dirty="0" smtClean="0"/>
              <a:t>Teaduskond / instituut</a:t>
            </a:r>
            <a:r>
              <a:rPr lang="et-EE" sz="180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/>
              <a:t>Tallinna</a:t>
            </a:r>
            <a:r>
              <a:rPr lang="en-US" sz="1800" dirty="0" smtClean="0"/>
              <a:t> </a:t>
            </a:r>
            <a:r>
              <a:rPr lang="en-US" sz="1800" dirty="0" err="1"/>
              <a:t>Tehnikaülikool</a:t>
            </a:r>
            <a:endParaRPr lang="et-EE" sz="1800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chemeClr val="accent2"/>
                </a:solidFill>
                <a:latin typeface="+mn-lt"/>
              </a:rPr>
              <a:t>pp.kk.aaaa</a:t>
            </a:r>
            <a:endParaRPr lang="et-EE" dirty="0">
              <a:solidFill>
                <a:schemeClr val="accent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62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864" r="28" b="21504"/>
          <a:stretch/>
        </p:blipFill>
        <p:spPr>
          <a:xfrm>
            <a:off x="-22991" y="0"/>
            <a:ext cx="12211607" cy="4876251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 smtClean="0"/>
              <a:t>Presentatsiooni Pealkiri </a:t>
            </a:r>
            <a:r>
              <a:rPr lang="et-EE" sz="3600" dirty="0" smtClean="0">
                <a:solidFill>
                  <a:schemeClr val="accent1"/>
                </a:solidFill>
              </a:rPr>
              <a:t>vajadusel kahel real</a:t>
            </a:r>
            <a:endParaRPr lang="et-EE" sz="3600" dirty="0">
              <a:solidFill>
                <a:schemeClr val="accent1"/>
              </a:solidFill>
            </a:endParaRP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9053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864" r="28" b="21504"/>
          <a:stretch/>
        </p:blipFill>
        <p:spPr>
          <a:xfrm>
            <a:off x="-22991" y="0"/>
            <a:ext cx="12211607" cy="4876251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11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953642" y="4457129"/>
            <a:ext cx="8083996" cy="1205366"/>
          </a:xfrm>
        </p:spPr>
        <p:txBody>
          <a:bodyPr/>
          <a:lstStyle/>
          <a:p>
            <a:r>
              <a:rPr lang="et-EE" sz="3600" dirty="0">
                <a:solidFill>
                  <a:srgbClr val="332B60"/>
                </a:solidFill>
              </a:rPr>
              <a:t>Presentatsiooni Pealkiri </a:t>
            </a:r>
            <a:r>
              <a:rPr lang="et-EE" sz="3600" dirty="0">
                <a:solidFill>
                  <a:srgbClr val="4FBFD3"/>
                </a:solidFill>
              </a:rPr>
              <a:t>vajadusel kahel real</a:t>
            </a:r>
          </a:p>
        </p:txBody>
      </p:sp>
      <p:sp>
        <p:nvSpPr>
          <p:cNvPr id="14" name="Teksti kohatäide 5"/>
          <p:cNvSpPr>
            <a:spLocks noGrp="1"/>
          </p:cNvSpPr>
          <p:nvPr>
            <p:ph type="body" sz="quarter" idx="13"/>
          </p:nvPr>
        </p:nvSpPr>
        <p:spPr>
          <a:xfrm>
            <a:off x="958720" y="5731946"/>
            <a:ext cx="5800895" cy="91144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dirty="0" smtClean="0">
                <a:solidFill>
                  <a:srgbClr val="332B60"/>
                </a:solidFill>
              </a:rPr>
              <a:t>Nimi </a:t>
            </a:r>
            <a:r>
              <a:rPr lang="et-EE" sz="1800" dirty="0" err="1" smtClean="0">
                <a:solidFill>
                  <a:srgbClr val="332B60"/>
                </a:solidFill>
              </a:rPr>
              <a:t>Nimeste</a:t>
            </a:r>
            <a:r>
              <a:rPr lang="et-EE" sz="1800" dirty="0" smtClean="0">
                <a:solidFill>
                  <a:srgbClr val="332B60"/>
                </a:solidFill>
              </a:rPr>
              <a:t/>
            </a:r>
            <a:br>
              <a:rPr lang="et-EE" sz="1800" dirty="0" smtClean="0">
                <a:solidFill>
                  <a:srgbClr val="332B60"/>
                </a:solidFill>
              </a:rPr>
            </a:br>
            <a:r>
              <a:rPr lang="et-EE" sz="1800" dirty="0" smtClean="0">
                <a:solidFill>
                  <a:srgbClr val="332B60"/>
                </a:solidFill>
              </a:rPr>
              <a:t>Teaduskond / instituut</a:t>
            </a:r>
            <a:r>
              <a:rPr lang="et-EE" sz="1800" dirty="0">
                <a:solidFill>
                  <a:srgbClr val="332B60"/>
                </a:solidFill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 err="1" smtClean="0">
                <a:solidFill>
                  <a:srgbClr val="332B60"/>
                </a:solidFill>
              </a:rPr>
              <a:t>Tallinna</a:t>
            </a:r>
            <a:r>
              <a:rPr lang="en-US" sz="1800" dirty="0" smtClean="0">
                <a:solidFill>
                  <a:srgbClr val="332B60"/>
                </a:solidFill>
              </a:rPr>
              <a:t> </a:t>
            </a:r>
            <a:r>
              <a:rPr lang="en-US" sz="1800" dirty="0" err="1">
                <a:solidFill>
                  <a:srgbClr val="332B60"/>
                </a:solidFill>
              </a:rPr>
              <a:t>Tehnikaülikool</a:t>
            </a:r>
            <a:endParaRPr lang="et-EE" sz="1800" dirty="0" smtClean="0">
              <a:solidFill>
                <a:srgbClr val="332B6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56883" y="6226764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t-EE" dirty="0" err="1" smtClean="0">
                <a:solidFill>
                  <a:srgbClr val="332B60"/>
                </a:solidFill>
                <a:latin typeface="+mn-lt"/>
              </a:rPr>
              <a:t>pp.kk.aaaa</a:t>
            </a:r>
            <a:endParaRPr lang="et-EE" dirty="0">
              <a:solidFill>
                <a:srgbClr val="332B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6373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sp>
        <p:nvSpPr>
          <p:cNvPr id="6147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2171700" y="1628775"/>
            <a:ext cx="8802242" cy="4040505"/>
          </a:xfrm>
        </p:spPr>
        <p:txBody>
          <a:bodyPr/>
          <a:lstStyle/>
          <a:p>
            <a:pPr>
              <a:buClr>
                <a:srgbClr val="E4067E"/>
              </a:buClr>
            </a:pP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Vivamus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Proin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dapibus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Praesent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ultrice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ces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nulla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sit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lacus.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Ut</a:t>
            </a:r>
            <a:r>
              <a:rPr lang="en-US" altLang="en-US" sz="1800" dirty="0" smtClean="0">
                <a:solidFill>
                  <a:srgbClr val="332B60"/>
                </a:solidFill>
              </a:rPr>
              <a:t> vitae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nunc</a:t>
            </a:r>
            <a:r>
              <a:rPr lang="en-US" altLang="en-US" sz="1800" dirty="0" smtClean="0">
                <a:solidFill>
                  <a:srgbClr val="332B60"/>
                </a:solidFill>
              </a:rPr>
              <a:t> non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pede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tristique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sagittis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Aliquam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imperdiet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vel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</a:p>
          <a:p>
            <a:pPr lvl="2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Quisque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porttitor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imperiandiet</a:t>
            </a:r>
            <a:r>
              <a:rPr lang="en-US" altLang="en-US" sz="1800" dirty="0" smtClean="0">
                <a:solidFill>
                  <a:srgbClr val="332B60"/>
                </a:solidFill>
              </a:rPr>
              <a:t> qua.</a:t>
            </a:r>
          </a:p>
          <a:p>
            <a:pPr lvl="3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solidFill>
                  <a:srgbClr val="332B60"/>
                </a:solidFill>
              </a:rPr>
              <a:t>Phasellus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vel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dirty="0" smtClean="0">
                <a:solidFill>
                  <a:srgbClr val="332B60"/>
                </a:solidFill>
              </a:rPr>
              <a:t> at </a:t>
            </a:r>
            <a:r>
              <a:rPr lang="en-US" altLang="en-US" dirty="0" err="1" smtClean="0">
                <a:solidFill>
                  <a:srgbClr val="332B60"/>
                </a:solidFill>
              </a:rPr>
              <a:t>orci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dirty="0" smtClean="0">
                <a:solidFill>
                  <a:srgbClr val="332B60"/>
                </a:solidFill>
              </a:rPr>
              <a:t>. Viva </a:t>
            </a:r>
            <a:r>
              <a:rPr lang="en-US" altLang="en-US" dirty="0" err="1" smtClean="0">
                <a:solidFill>
                  <a:srgbClr val="332B60"/>
                </a:solidFill>
              </a:rPr>
              <a:t>etmus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est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eu</a:t>
            </a:r>
            <a:r>
              <a:rPr lang="et-EE" altLang="en-US" dirty="0" smtClean="0">
                <a:solidFill>
                  <a:srgbClr val="332B60"/>
                </a:solidFill>
              </a:rPr>
              <a:t>.</a:t>
            </a:r>
          </a:p>
          <a:p>
            <a:pPr lvl="4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>
                <a:solidFill>
                  <a:srgbClr val="332B60"/>
                </a:solidFill>
              </a:rPr>
              <a:t>Phasellus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vel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lectus</a:t>
            </a:r>
            <a:r>
              <a:rPr lang="en-US" altLang="en-US" dirty="0">
                <a:solidFill>
                  <a:srgbClr val="332B60"/>
                </a:solidFill>
              </a:rPr>
              <a:t> at </a:t>
            </a:r>
            <a:r>
              <a:rPr lang="en-US" altLang="en-US" dirty="0" err="1">
                <a:solidFill>
                  <a:srgbClr val="332B60"/>
                </a:solidFill>
              </a:rPr>
              <a:t>orci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ornare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ultrices</a:t>
            </a:r>
            <a:r>
              <a:rPr lang="en-US" altLang="en-US" dirty="0">
                <a:solidFill>
                  <a:srgbClr val="332B60"/>
                </a:solidFill>
              </a:rPr>
              <a:t>. Viva </a:t>
            </a:r>
            <a:r>
              <a:rPr lang="en-US" altLang="en-US" dirty="0" err="1">
                <a:solidFill>
                  <a:srgbClr val="332B60"/>
                </a:solidFill>
              </a:rPr>
              <a:t>etmus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justo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est</a:t>
            </a:r>
            <a:r>
              <a:rPr lang="en-US" altLang="en-US" dirty="0">
                <a:solidFill>
                  <a:srgbClr val="332B60"/>
                </a:solidFill>
              </a:rPr>
              <a:t>, </a:t>
            </a:r>
            <a:r>
              <a:rPr lang="en-US" altLang="en-US" dirty="0" err="1">
                <a:solidFill>
                  <a:srgbClr val="332B60"/>
                </a:solidFill>
              </a:rPr>
              <a:t>vulputate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eu</a:t>
            </a:r>
            <a:r>
              <a:rPr lang="et-EE" altLang="en-US" dirty="0" smtClean="0">
                <a:solidFill>
                  <a:srgbClr val="332B60"/>
                </a:solidFill>
              </a:rPr>
              <a:t>.</a:t>
            </a:r>
          </a:p>
          <a:p>
            <a:pPr lvl="5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>
                <a:solidFill>
                  <a:srgbClr val="332B60"/>
                </a:solidFill>
              </a:rPr>
              <a:t>Phasellus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vel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lectus</a:t>
            </a:r>
            <a:r>
              <a:rPr lang="en-US" altLang="en-US" dirty="0">
                <a:solidFill>
                  <a:srgbClr val="332B60"/>
                </a:solidFill>
              </a:rPr>
              <a:t> at </a:t>
            </a:r>
            <a:r>
              <a:rPr lang="en-US" altLang="en-US" dirty="0" err="1">
                <a:solidFill>
                  <a:srgbClr val="332B60"/>
                </a:solidFill>
              </a:rPr>
              <a:t>orci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ornare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ultrices</a:t>
            </a:r>
            <a:r>
              <a:rPr lang="en-US" altLang="en-US" dirty="0">
                <a:solidFill>
                  <a:srgbClr val="332B60"/>
                </a:solidFill>
              </a:rPr>
              <a:t>. Viva </a:t>
            </a:r>
            <a:r>
              <a:rPr lang="en-US" altLang="en-US" dirty="0" err="1">
                <a:solidFill>
                  <a:srgbClr val="332B60"/>
                </a:solidFill>
              </a:rPr>
              <a:t>etmus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justo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est</a:t>
            </a:r>
            <a:r>
              <a:rPr lang="en-US" altLang="en-US" dirty="0">
                <a:solidFill>
                  <a:srgbClr val="332B60"/>
                </a:solidFill>
              </a:rPr>
              <a:t>, </a:t>
            </a:r>
            <a:r>
              <a:rPr lang="en-US" altLang="en-US" dirty="0" err="1">
                <a:solidFill>
                  <a:srgbClr val="332B60"/>
                </a:solidFill>
              </a:rPr>
              <a:t>vulputate</a:t>
            </a:r>
            <a:r>
              <a:rPr lang="en-US" altLang="en-US" dirty="0">
                <a:solidFill>
                  <a:srgbClr val="332B60"/>
                </a:solidFill>
              </a:rPr>
              <a:t> </a:t>
            </a:r>
            <a:r>
              <a:rPr lang="en-US" altLang="en-US" dirty="0" err="1">
                <a:solidFill>
                  <a:srgbClr val="332B60"/>
                </a:solidFill>
              </a:rPr>
              <a:t>eu</a:t>
            </a:r>
            <a:r>
              <a:rPr lang="et-EE" altLang="en-US" dirty="0">
                <a:solidFill>
                  <a:srgbClr val="332B60"/>
                </a:solidFill>
              </a:rPr>
              <a:t>.</a:t>
            </a:r>
            <a:endParaRPr lang="en-US" altLang="en-US" dirty="0">
              <a:solidFill>
                <a:srgbClr val="332B60"/>
              </a:solidFill>
            </a:endParaRPr>
          </a:p>
          <a:p>
            <a:pPr>
              <a:buClr>
                <a:srgbClr val="E4067E"/>
              </a:buClr>
            </a:pPr>
            <a:r>
              <a:rPr lang="et-EE" altLang="en-US" sz="1800" dirty="0" smtClean="0">
                <a:solidFill>
                  <a:srgbClr val="332B60"/>
                </a:solidFill>
                <a:latin typeface="+mn-lt"/>
              </a:rPr>
              <a:t>B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ibendum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rutrum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ut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turpis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velit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semper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augue</a:t>
            </a:r>
            <a:r>
              <a:rPr lang="en-US" altLang="en-US" sz="1800" dirty="0" smtClean="0">
                <a:solidFill>
                  <a:srgbClr val="332B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61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graphicFrame>
        <p:nvGraphicFramePr>
          <p:cNvPr id="11" name="Chart Placeholder 17">
            <a:extLst>
              <a:ext uri="{FF2B5EF4-FFF2-40B4-BE49-F238E27FC236}">
                <a16:creationId xmlns:a16="http://schemas.microsoft.com/office/drawing/2014/main" id="{D9DD9D69-F654-4BD6-B6FC-47E05B091258}"/>
              </a:ext>
            </a:extLst>
          </p:cNvPr>
          <p:cNvGraphicFramePr>
            <a:graphicFrameLocks noGrp="1"/>
          </p:cNvGraphicFramePr>
          <p:nvPr>
            <p:ph type="chart" sz="quarter" idx="15"/>
            <p:extLst>
              <p:ext uri="{D42A27DB-BD31-4B8C-83A1-F6EECF244321}">
                <p14:modId xmlns:p14="http://schemas.microsoft.com/office/powerpoint/2010/main" val="13271829"/>
              </p:ext>
            </p:extLst>
          </p:nvPr>
        </p:nvGraphicFramePr>
        <p:xfrm>
          <a:off x="2123560" y="3167597"/>
          <a:ext cx="9407845" cy="2680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173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2141994" y="2781354"/>
            <a:ext cx="8820150" cy="310775"/>
          </a:xfrm>
        </p:spPr>
        <p:txBody>
          <a:bodyPr/>
          <a:lstStyle/>
          <a:p>
            <a:r>
              <a:rPr lang="en-US" altLang="en-US" sz="1400" dirty="0" err="1" smtClean="0">
                <a:solidFill>
                  <a:srgbClr val="332B60"/>
                </a:solidFill>
              </a:rPr>
              <a:t>Graafik</a:t>
            </a:r>
            <a:r>
              <a:rPr lang="en-US" altLang="en-US" sz="1400" dirty="0" smtClean="0">
                <a:solidFill>
                  <a:srgbClr val="332B60"/>
                </a:solidFill>
              </a:rPr>
              <a:t> 1.1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sp>
        <p:nvSpPr>
          <p:cNvPr id="7171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2153792" y="1628776"/>
            <a:ext cx="8808352" cy="791254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en-US" sz="1800" dirty="0" smtClean="0">
                <a:solidFill>
                  <a:srgbClr val="332B60"/>
                </a:solidFill>
              </a:rPr>
              <a:t>Lorem ipsum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dolore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consectetuere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adipiscing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. Null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dictu</a:t>
            </a:r>
            <a:r>
              <a:rPr lang="en-US" altLang="en-US" sz="1800" dirty="0" smtClean="0">
                <a:solidFill>
                  <a:srgbClr val="332B60"/>
                </a:solidFill>
              </a:rPr>
              <a:t> magna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uspendisse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acendis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upitsede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Nullam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semeti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indespe</a:t>
            </a:r>
            <a:r>
              <a:rPr lang="en-US" altLang="en-US" sz="1800" dirty="0">
                <a:solidFill>
                  <a:srgbClr val="332B60"/>
                </a:solidFill>
              </a:rPr>
              <a:t>. Null </a:t>
            </a:r>
            <a:r>
              <a:rPr lang="en-US" altLang="en-US" sz="1800" dirty="0" err="1">
                <a:solidFill>
                  <a:srgbClr val="332B60"/>
                </a:solidFill>
              </a:rPr>
              <a:t>dictu</a:t>
            </a:r>
            <a:r>
              <a:rPr lang="en-US" altLang="en-US" sz="1800" dirty="0">
                <a:solidFill>
                  <a:srgbClr val="332B60"/>
                </a:solidFill>
              </a:rPr>
              <a:t> magna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uspendisse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>
                <a:solidFill>
                  <a:srgbClr val="332B60"/>
                </a:solidFill>
              </a:rPr>
              <a:t>acendis</a:t>
            </a:r>
            <a:r>
              <a:rPr lang="en-US" altLang="en-US" sz="1800" dirty="0">
                <a:solidFill>
                  <a:srgbClr val="332B60"/>
                </a:solidFill>
              </a:rPr>
              <a:t> </a:t>
            </a:r>
            <a:r>
              <a:rPr lang="en-US" altLang="en-US" sz="1800" dirty="0" err="1">
                <a:solidFill>
                  <a:srgbClr val="332B60"/>
                </a:solidFill>
              </a:rPr>
              <a:t>upitsede</a:t>
            </a:r>
            <a:r>
              <a:rPr lang="en-US" altLang="en-US" sz="1800" dirty="0">
                <a:solidFill>
                  <a:srgbClr val="332B60"/>
                </a:solidFill>
              </a:rPr>
              <a:t>.</a:t>
            </a:r>
            <a:endParaRPr lang="en-US" altLang="en-US" sz="1800" dirty="0" smtClean="0">
              <a:solidFill>
                <a:srgbClr val="332B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556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alapealkiri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sp>
        <p:nvSpPr>
          <p:cNvPr id="8196" name="Text Placeholder 3"/>
          <p:cNvSpPr>
            <a:spLocks noGrp="1"/>
          </p:cNvSpPr>
          <p:nvPr>
            <p:ph type="body" sz="quarter" idx="16"/>
          </p:nvPr>
        </p:nvSpPr>
        <p:spPr>
          <a:xfrm>
            <a:off x="2171700" y="1628776"/>
            <a:ext cx="4543425" cy="4140199"/>
          </a:xfrm>
        </p:spPr>
        <p:txBody>
          <a:bodyPr/>
          <a:lstStyle/>
          <a:p>
            <a:pPr marL="285750" indent="-28575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smtClean="0">
                <a:solidFill>
                  <a:srgbClr val="332B60"/>
                </a:solidFill>
              </a:rPr>
              <a:t>Lorem ipsum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dolore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amet</a:t>
            </a:r>
            <a:endParaRPr lang="et-EE" altLang="en-US" sz="1800" dirty="0" smtClean="0">
              <a:solidFill>
                <a:srgbClr val="332B60"/>
              </a:solidFill>
            </a:endParaRPr>
          </a:p>
          <a:p>
            <a:pPr lvl="1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consectetuere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adipiscing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.</a:t>
            </a:r>
            <a:r>
              <a:rPr lang="et-EE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hasellus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vel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sz="1800" dirty="0" smtClean="0">
                <a:solidFill>
                  <a:srgbClr val="332B60"/>
                </a:solidFill>
              </a:rPr>
              <a:t> at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orci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endParaRPr lang="et-EE" altLang="en-US" sz="1800" dirty="0" smtClean="0">
              <a:solidFill>
                <a:srgbClr val="332B60"/>
              </a:solidFill>
            </a:endParaRPr>
          </a:p>
          <a:p>
            <a:pPr lvl="2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smtClean="0">
                <a:solidFill>
                  <a:srgbClr val="332B60"/>
                </a:solidFill>
              </a:rPr>
              <a:t>Viva</a:t>
            </a:r>
            <a:r>
              <a:rPr lang="et-EE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mus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est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eu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bibendum</a:t>
            </a:r>
            <a:r>
              <a:rPr lang="et-EE" altLang="en-US" sz="1800" dirty="0" smtClean="0">
                <a:solidFill>
                  <a:srgbClr val="332B60"/>
                </a:solidFill>
              </a:rPr>
              <a:t>.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</a:p>
          <a:p>
            <a:pPr marL="285750" indent="-28575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t-EE" altLang="en-US" sz="1800" dirty="0" err="1">
                <a:solidFill>
                  <a:srgbClr val="332B60"/>
                </a:solidFill>
              </a:rPr>
              <a:t>H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endrerit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rutrum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turpis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velit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</a:p>
          <a:p>
            <a:pPr marL="285750" indent="-28575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semper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augue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</a:p>
        </p:txBody>
      </p:sp>
      <p:graphicFrame>
        <p:nvGraphicFramePr>
          <p:cNvPr id="8" name="Content Placeholder 10">
            <a:extLst>
              <a:ext uri="{FF2B5EF4-FFF2-40B4-BE49-F238E27FC236}">
                <a16:creationId xmlns:a16="http://schemas.microsoft.com/office/drawing/2014/main" id="{A300AEF3-8C46-47F3-8888-1F672B4A4F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4976382"/>
              </p:ext>
            </p:extLst>
          </p:nvPr>
        </p:nvGraphicFramePr>
        <p:xfrm>
          <a:off x="7149211" y="1773953"/>
          <a:ext cx="4244976" cy="38013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Placeholder 4"/>
          <p:cNvSpPr txBox="1">
            <a:spLocks/>
          </p:cNvSpPr>
          <p:nvPr/>
        </p:nvSpPr>
        <p:spPr>
          <a:xfrm>
            <a:off x="7461126" y="1618566"/>
            <a:ext cx="3587874" cy="310775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 kern="1200" baseline="0">
                <a:solidFill>
                  <a:srgbClr val="4F4C4E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Clr>
                <a:schemeClr val="accent1"/>
              </a:buClr>
              <a:buFont typeface="Wingdings" charset="2"/>
              <a:buChar char="§"/>
            </a:pPr>
            <a:r>
              <a:rPr lang="en-US" altLang="en-US" sz="1400" dirty="0" err="1" smtClean="0">
                <a:solidFill>
                  <a:srgbClr val="332B60"/>
                </a:solidFill>
              </a:rPr>
              <a:t>Graafik</a:t>
            </a:r>
            <a:r>
              <a:rPr lang="en-US" altLang="en-US" sz="1400" dirty="0" smtClean="0">
                <a:solidFill>
                  <a:srgbClr val="332B60"/>
                </a:solidFill>
              </a:rPr>
              <a:t> 1.1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1" r="-17631"/>
          <a:stretch/>
        </p:blipFill>
        <p:spPr>
          <a:xfrm>
            <a:off x="0" y="-30480"/>
            <a:ext cx="10187045" cy="688848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>
                <a:solidFill>
                  <a:schemeClr val="accent1"/>
                </a:solidFill>
              </a:rPr>
              <a:t>Vajadusel </a:t>
            </a:r>
            <a:r>
              <a:rPr lang="et-EE" altLang="en-US" sz="2900" dirty="0" smtClean="0">
                <a:solidFill>
                  <a:schemeClr val="accent1"/>
                </a:solidFill>
              </a:rPr>
              <a:t>ka KAHEL </a:t>
            </a:r>
            <a:r>
              <a:rPr lang="et-EE" altLang="en-US" sz="2900" dirty="0">
                <a:solidFill>
                  <a:schemeClr val="accent1"/>
                </a:solidFill>
              </a:rPr>
              <a:t>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3289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61" t="11899" r="903" b="18695"/>
          <a:stretch/>
        </p:blipFill>
        <p:spPr>
          <a:xfrm>
            <a:off x="0" y="0"/>
            <a:ext cx="10187045" cy="685800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>
                <a:solidFill>
                  <a:schemeClr val="accent1"/>
                </a:solidFill>
              </a:rPr>
              <a:t>Vajadusel </a:t>
            </a:r>
            <a:r>
              <a:rPr lang="et-EE" altLang="en-US" sz="2900" dirty="0" smtClean="0">
                <a:solidFill>
                  <a:schemeClr val="accent1"/>
                </a:solidFill>
              </a:rPr>
              <a:t>ka KAHEL või </a:t>
            </a:r>
            <a:r>
              <a:rPr lang="et-EE" altLang="en-US" sz="2900" dirty="0">
                <a:solidFill>
                  <a:schemeClr val="accent1"/>
                </a:solidFill>
              </a:rPr>
              <a:t>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9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62" t="1439" r="-5417" b="-480"/>
          <a:stretch/>
        </p:blipFill>
        <p:spPr>
          <a:xfrm>
            <a:off x="0" y="0"/>
            <a:ext cx="8522523" cy="685800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 smtClean="0">
                <a:solidFill>
                  <a:schemeClr val="tx2"/>
                </a:solidFill>
                <a:latin typeface="+mj-lt"/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  <a:latin typeface="+mj-lt"/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  <a:latin typeface="+mn-lt"/>
              </a:rPr>
              <a:t>Vajadusel ka KAHEL või kolmel REAL</a:t>
            </a:r>
            <a:endParaRPr lang="en-US" altLang="en-US" sz="29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40529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9" t="5405" r="12879" b="5405"/>
          <a:stretch/>
        </p:blipFill>
        <p:spPr>
          <a:xfrm>
            <a:off x="0" y="0"/>
            <a:ext cx="8522523" cy="685800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 smtClean="0">
                <a:solidFill>
                  <a:schemeClr val="tx2"/>
                </a:solidFill>
                <a:latin typeface="+mj-lt"/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  <a:latin typeface="+mj-lt"/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  <a:latin typeface="+mn-lt"/>
              </a:rPr>
              <a:t>Vajadusel ka KAHEL või kolmel REAL</a:t>
            </a:r>
            <a:endParaRPr lang="en-US" altLang="en-US" sz="29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4559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21504" r="-15205" b="21504"/>
          <a:stretch/>
        </p:blipFill>
        <p:spPr>
          <a:xfrm>
            <a:off x="0" y="-31030"/>
            <a:ext cx="12192000" cy="688903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 smtClean="0">
                <a:solidFill>
                  <a:schemeClr val="tx2"/>
                </a:solidFill>
                <a:latin typeface="+mj-lt"/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  <a:latin typeface="+mj-lt"/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  <a:latin typeface="+mn-lt"/>
              </a:rPr>
              <a:t>Vajadusel ka KAHEL või kolmel REAL</a:t>
            </a:r>
            <a:endParaRPr lang="en-US" altLang="en-US" sz="29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204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6" t="6225" r="2697" b="6639"/>
          <a:stretch/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9" name="Rectangle 8"/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5" name="Teksti kohatäide 4"/>
          <p:cNvSpPr>
            <a:spLocks noGrp="1"/>
          </p:cNvSpPr>
          <p:nvPr>
            <p:ph type="body" sz="quarter" idx="12"/>
          </p:nvPr>
        </p:nvSpPr>
        <p:spPr>
          <a:xfrm>
            <a:off x="6571791" y="2746063"/>
            <a:ext cx="4921612" cy="348829"/>
          </a:xfrm>
        </p:spPr>
        <p:txBody>
          <a:bodyPr/>
          <a:lstStyle/>
          <a:p>
            <a:r>
              <a:rPr lang="et-EE" altLang="en-US" sz="2900" dirty="0" err="1" smtClean="0">
                <a:solidFill>
                  <a:schemeClr val="tx2"/>
                </a:solidFill>
                <a:latin typeface="+mj-lt"/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  <a:latin typeface="+mj-lt"/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rgbClr val="4FBFD3"/>
                </a:solidFill>
                <a:latin typeface="+mn-lt"/>
              </a:rPr>
              <a:t>Vajadusel ka KAHEL või kolmel REAL</a:t>
            </a:r>
            <a:endParaRPr lang="en-US" altLang="en-US" sz="2900" dirty="0">
              <a:solidFill>
                <a:srgbClr val="4FBFD3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4943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4" t="31184" r="2669" b="3397"/>
          <a:stretch/>
        </p:blipFill>
        <p:spPr>
          <a:xfrm>
            <a:off x="-2" y="-1"/>
            <a:ext cx="12192002" cy="65193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9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 smtClean="0">
                <a:solidFill>
                  <a:schemeClr val="tx2"/>
                </a:solidFill>
                <a:latin typeface="+mj-lt"/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  <a:latin typeface="+mj-lt"/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  <a:latin typeface="+mn-lt"/>
              </a:rPr>
              <a:t>Vajadusel ka KAHEL või kolmel REAL</a:t>
            </a:r>
            <a:endParaRPr lang="en-US" altLang="en-US" sz="29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4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87" b="10799"/>
          <a:stretch/>
        </p:blipFill>
        <p:spPr>
          <a:xfrm>
            <a:off x="-1" y="-1"/>
            <a:ext cx="12192000" cy="65193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9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 smtClean="0">
                <a:solidFill>
                  <a:schemeClr val="tx2"/>
                </a:solidFill>
              </a:rPr>
              <a:t>VaheSLAIDI</a:t>
            </a:r>
            <a:r>
              <a:rPr lang="et-EE" altLang="en-US" sz="2900" dirty="0" smtClean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</a:rPr>
              <a:t>Vajadusel </a:t>
            </a:r>
            <a:r>
              <a:rPr lang="et-EE" altLang="en-US" sz="2900" dirty="0">
                <a:solidFill>
                  <a:schemeClr val="accent1"/>
                </a:solidFill>
              </a:rPr>
              <a:t>ka KAHEL 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02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" t="26080" r="720" b="3650"/>
          <a:stretch/>
        </p:blipFill>
        <p:spPr>
          <a:xfrm>
            <a:off x="-1" y="-1"/>
            <a:ext cx="12192000" cy="65193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9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</a:rPr>
              <a:t>Vajadusel </a:t>
            </a:r>
            <a:r>
              <a:rPr lang="et-EE" altLang="en-US" sz="2900" dirty="0">
                <a:solidFill>
                  <a:schemeClr val="accent1"/>
                </a:solidFill>
              </a:rPr>
              <a:t>ka KAHEL 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371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" t="2754" r="300" b="2754"/>
          <a:stretch/>
        </p:blipFill>
        <p:spPr>
          <a:xfrm>
            <a:off x="0" y="-1"/>
            <a:ext cx="12192000" cy="65193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9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</a:rPr>
              <a:t>Vajadusel </a:t>
            </a:r>
            <a:r>
              <a:rPr lang="et-EE" altLang="en-US" sz="2900" dirty="0">
                <a:solidFill>
                  <a:schemeClr val="accent1"/>
                </a:solidFill>
              </a:rPr>
              <a:t>ka KAHEL 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59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" t="25156" r="300" b="-19648"/>
          <a:stretch/>
        </p:blipFill>
        <p:spPr>
          <a:xfrm>
            <a:off x="-1" y="-1"/>
            <a:ext cx="12192002" cy="65193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Group 2"/>
          <p:cNvGrpSpPr/>
          <p:nvPr/>
        </p:nvGrpSpPr>
        <p:grpSpPr>
          <a:xfrm>
            <a:off x="-1" y="1958640"/>
            <a:ext cx="12192000" cy="4899360"/>
            <a:chOff x="-1" y="1958640"/>
            <a:chExt cx="12192000" cy="4899360"/>
          </a:xfrm>
        </p:grpSpPr>
        <p:sp>
          <p:nvSpPr>
            <p:cNvPr id="10" name="Freeform 9"/>
            <p:cNvSpPr/>
            <p:nvPr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77555" y="1958640"/>
              <a:ext cx="2447645" cy="1370681"/>
            </a:xfrm>
            <a:prstGeom prst="rect">
              <a:avLst/>
            </a:prstGeom>
          </p:spPr>
        </p:pic>
      </p:grpSp>
      <p:sp>
        <p:nvSpPr>
          <p:cNvPr id="9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rgbClr val="4FBFD3"/>
                </a:solidFill>
                <a:latin typeface="+mn-lt"/>
              </a:rPr>
              <a:t>Vajadusel ka KAHEL või </a:t>
            </a:r>
            <a:r>
              <a:rPr lang="et-EE" altLang="en-US" sz="2900" dirty="0" err="1" smtClean="0">
                <a:solidFill>
                  <a:srgbClr val="4FBFD3"/>
                </a:solidFill>
                <a:latin typeface="+mn-lt"/>
              </a:rPr>
              <a:t>kollmel</a:t>
            </a:r>
            <a:r>
              <a:rPr lang="et-EE" altLang="en-US" sz="2900" dirty="0" smtClean="0">
                <a:solidFill>
                  <a:srgbClr val="4FBFD3"/>
                </a:solidFill>
                <a:latin typeface="+mn-lt"/>
              </a:rPr>
              <a:t> REAL</a:t>
            </a:r>
            <a:endParaRPr lang="en-US" altLang="en-US" sz="2900" dirty="0">
              <a:solidFill>
                <a:srgbClr val="4FBFD3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6909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429" r="-1" b="21616"/>
          <a:stretch/>
        </p:blipFill>
        <p:spPr>
          <a:xfrm>
            <a:off x="-19606" y="-34834"/>
            <a:ext cx="12211606" cy="4911083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555" y="1958640"/>
            <a:ext cx="2447645" cy="1370681"/>
          </a:xfrm>
          <a:prstGeom prst="rect">
            <a:avLst/>
          </a:prstGeom>
        </p:spPr>
      </p:pic>
      <p:sp>
        <p:nvSpPr>
          <p:cNvPr id="8" name="Teksti kohatäide 4"/>
          <p:cNvSpPr txBox="1">
            <a:spLocks/>
          </p:cNvSpPr>
          <p:nvPr/>
        </p:nvSpPr>
        <p:spPr>
          <a:xfrm>
            <a:off x="953640" y="4814930"/>
            <a:ext cx="6927167" cy="34882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kern="1200" cap="all" baseline="0">
                <a:solidFill>
                  <a:schemeClr val="accent3"/>
                </a:solidFill>
                <a:latin typeface="Verdana" charset="0"/>
                <a:ea typeface="+mn-ea"/>
                <a:cs typeface="+mn-cs"/>
              </a:defRPr>
            </a:lvl1pPr>
            <a:lvl2pPr marL="6858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altLang="en-US" sz="2900" dirty="0" err="1">
                <a:solidFill>
                  <a:schemeClr val="tx2"/>
                </a:solidFill>
              </a:rPr>
              <a:t>VaheSLAIDI</a:t>
            </a:r>
            <a:r>
              <a:rPr lang="et-EE" altLang="en-US" sz="2900" dirty="0">
                <a:solidFill>
                  <a:schemeClr val="tx2"/>
                </a:solidFill>
              </a:rPr>
              <a:t> pealkiri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altLang="en-US" sz="2900" dirty="0" smtClean="0">
                <a:solidFill>
                  <a:schemeClr val="accent1"/>
                </a:solidFill>
              </a:rPr>
              <a:t>Vajadusel </a:t>
            </a:r>
            <a:r>
              <a:rPr lang="et-EE" altLang="en-US" sz="2900" dirty="0">
                <a:solidFill>
                  <a:schemeClr val="accent1"/>
                </a:solidFill>
              </a:rPr>
              <a:t>ka KAHEL või kolmel REAL</a:t>
            </a:r>
            <a:endParaRPr lang="en-US" altLang="en-US" sz="2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722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alapealkiri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sp>
        <p:nvSpPr>
          <p:cNvPr id="9219" name="Text Placeholder 2"/>
          <p:cNvSpPr>
            <a:spLocks noGrp="1"/>
          </p:cNvSpPr>
          <p:nvPr>
            <p:ph type="body" sz="quarter" idx="4294967295"/>
          </p:nvPr>
        </p:nvSpPr>
        <p:spPr>
          <a:xfrm>
            <a:off x="2171700" y="1628776"/>
            <a:ext cx="4610100" cy="4140199"/>
          </a:xfrm>
          <a:prstGeom prst="rect">
            <a:avLst/>
          </a:prstGeom>
        </p:spPr>
        <p:txBody>
          <a:bodyPr/>
          <a:lstStyle/>
          <a:p>
            <a:pPr marL="342900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Lorem ipsum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dolore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amet</a:t>
            </a:r>
            <a:r>
              <a:rPr lang="et-EE" altLang="en-US" sz="1800" dirty="0">
                <a:solidFill>
                  <a:srgbClr val="332B60"/>
                </a:solidFill>
                <a:latin typeface="+mn-lt"/>
              </a:rPr>
              <a:t>.</a:t>
            </a:r>
            <a:endParaRPr lang="en-US" altLang="en-US" sz="1800" dirty="0" smtClean="0">
              <a:solidFill>
                <a:srgbClr val="332B60"/>
              </a:solidFill>
              <a:latin typeface="+mn-lt"/>
            </a:endParaRPr>
          </a:p>
          <a:p>
            <a:pPr marL="800100" lvl="1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consectetuere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adipiscing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endParaRPr lang="et-EE" altLang="en-US" sz="1800" dirty="0" smtClean="0">
              <a:solidFill>
                <a:srgbClr val="332B60"/>
              </a:solidFill>
            </a:endParaRPr>
          </a:p>
          <a:p>
            <a:pPr marL="1257300" lvl="2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</a:rPr>
              <a:t>Phasellus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vel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lectus</a:t>
            </a:r>
            <a:r>
              <a:rPr lang="en-US" altLang="en-US" sz="1800" dirty="0" smtClean="0">
                <a:solidFill>
                  <a:srgbClr val="332B60"/>
                </a:solidFill>
              </a:rPr>
              <a:t> at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orci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ornare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ultrices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endParaRPr lang="et-EE" altLang="en-US" sz="1800" dirty="0" smtClean="0">
              <a:solidFill>
                <a:srgbClr val="332B60"/>
              </a:solidFill>
            </a:endParaRPr>
          </a:p>
          <a:p>
            <a:pPr marL="1714500" lvl="3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smtClean="0">
                <a:solidFill>
                  <a:srgbClr val="332B60"/>
                </a:solidFill>
              </a:rPr>
              <a:t>Viva et </a:t>
            </a:r>
            <a:r>
              <a:rPr lang="en-US" altLang="en-US" dirty="0" err="1" smtClean="0">
                <a:solidFill>
                  <a:srgbClr val="332B60"/>
                </a:solidFill>
              </a:rPr>
              <a:t>mus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justo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est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vulputate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eu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bibendum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hendrerit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rutrum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ut</a:t>
            </a:r>
            <a:r>
              <a:rPr lang="en-US" altLang="en-US" dirty="0" smtClean="0">
                <a:solidFill>
                  <a:srgbClr val="332B60"/>
                </a:solidFill>
              </a:rPr>
              <a:t>, </a:t>
            </a:r>
            <a:r>
              <a:rPr lang="en-US" altLang="en-US" dirty="0" err="1" smtClean="0">
                <a:solidFill>
                  <a:srgbClr val="332B60"/>
                </a:solidFill>
              </a:rPr>
              <a:t>turpis</a:t>
            </a:r>
            <a:r>
              <a:rPr lang="en-US" altLang="en-US" dirty="0" smtClean="0">
                <a:solidFill>
                  <a:srgbClr val="332B60"/>
                </a:solidFill>
              </a:rPr>
              <a:t>. </a:t>
            </a:r>
            <a:r>
              <a:rPr lang="en-US" altLang="en-US" dirty="0" err="1" smtClean="0">
                <a:solidFill>
                  <a:srgbClr val="332B60"/>
                </a:solidFill>
              </a:rPr>
              <a:t>Sed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velit</a:t>
            </a:r>
            <a:r>
              <a:rPr lang="en-US" altLang="en-US" dirty="0" smtClean="0">
                <a:solidFill>
                  <a:srgbClr val="332B60"/>
                </a:solidFill>
              </a:rPr>
              <a:t>.</a:t>
            </a:r>
            <a:endParaRPr lang="et-EE" altLang="en-US" dirty="0" smtClean="0">
              <a:solidFill>
                <a:srgbClr val="332B60"/>
              </a:solidFill>
            </a:endParaRPr>
          </a:p>
          <a:p>
            <a:pPr marL="2628900" lvl="5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dirty="0" err="1" smtClean="0">
                <a:solidFill>
                  <a:srgbClr val="332B60"/>
                </a:solidFill>
              </a:rPr>
              <a:t>Sed</a:t>
            </a:r>
            <a:r>
              <a:rPr lang="en-US" altLang="en-US" dirty="0" smtClean="0">
                <a:solidFill>
                  <a:srgbClr val="332B60"/>
                </a:solidFill>
              </a:rPr>
              <a:t> semper </a:t>
            </a:r>
            <a:r>
              <a:rPr lang="en-US" altLang="en-US" dirty="0" err="1" smtClean="0">
                <a:solidFill>
                  <a:srgbClr val="332B60"/>
                </a:solidFill>
              </a:rPr>
              <a:t>augue</a:t>
            </a:r>
            <a:r>
              <a:rPr lang="en-US" altLang="en-US" dirty="0" smtClean="0">
                <a:solidFill>
                  <a:srgbClr val="332B60"/>
                </a:solidFill>
              </a:rPr>
              <a:t>. </a:t>
            </a:r>
            <a:r>
              <a:rPr lang="en-US" altLang="en-US" dirty="0" err="1" smtClean="0">
                <a:solidFill>
                  <a:srgbClr val="332B60"/>
                </a:solidFill>
              </a:rPr>
              <a:t>Sed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sed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sapien</a:t>
            </a:r>
            <a:r>
              <a:rPr lang="en-US" altLang="en-US" dirty="0" smtClean="0">
                <a:solidFill>
                  <a:srgbClr val="332B60"/>
                </a:solidFill>
              </a:rPr>
              <a:t>. </a:t>
            </a:r>
          </a:p>
          <a:p>
            <a:pPr marL="342900" indent="-342900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Aenean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in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pede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Mauris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sagittis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ti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  <a:latin typeface="+mn-lt"/>
              </a:rPr>
              <a:t>odio</a:t>
            </a:r>
            <a:r>
              <a:rPr lang="en-US" altLang="en-US" sz="1800" dirty="0" smtClean="0">
                <a:solidFill>
                  <a:srgbClr val="332B60"/>
                </a:solidFill>
                <a:latin typeface="+mn-lt"/>
              </a:rPr>
              <a:t> ligula. </a:t>
            </a:r>
          </a:p>
        </p:txBody>
      </p:sp>
      <p:pic>
        <p:nvPicPr>
          <p:cNvPr id="9220" name="Pildi kohatäide 2"/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6" r="9336"/>
          <a:stretch>
            <a:fillRect/>
          </a:stretch>
        </p:blipFill>
        <p:spPr/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iagrammi kohatäide 13"/>
          <p:cNvSpPr>
            <a:spLocks noGrp="1"/>
          </p:cNvSpPr>
          <p:nvPr>
            <p:ph type="chart" sz="quarter" idx="22"/>
          </p:nvPr>
        </p:nvSpPr>
        <p:spPr>
          <a:xfrm>
            <a:off x="2171700" y="1628775"/>
            <a:ext cx="3978088" cy="3059766"/>
          </a:xfrm>
        </p:spPr>
      </p:sp>
      <p:sp>
        <p:nvSpPr>
          <p:cNvPr id="1024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alapealkiri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pic>
        <p:nvPicPr>
          <p:cNvPr id="10246" name="Chart Placeholder 7"/>
          <p:cNvPicPr>
            <a:picLocks noGrp="1" noChangeAspect="1"/>
          </p:cNvPicPr>
          <p:nvPr>
            <p:ph type="chart" sz="quarter" idx="2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004" y="1586752"/>
            <a:ext cx="3113536" cy="2925548"/>
          </a:xfrm>
        </p:spPr>
      </p:pic>
      <p:pic>
        <p:nvPicPr>
          <p:cNvPr id="18" name="Pilt 1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5" b="5947"/>
          <a:stretch/>
        </p:blipFill>
        <p:spPr>
          <a:xfrm>
            <a:off x="2171308" y="1586752"/>
            <a:ext cx="3978480" cy="3191436"/>
          </a:xfrm>
          <a:prstGeom prst="rect">
            <a:avLst/>
          </a:prstGeom>
        </p:spPr>
      </p:pic>
      <p:sp>
        <p:nvSpPr>
          <p:cNvPr id="1024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2171700" y="4874518"/>
            <a:ext cx="4351731" cy="858598"/>
          </a:xfrm>
        </p:spPr>
        <p:txBody>
          <a:bodyPr/>
          <a:lstStyle/>
          <a:p>
            <a:r>
              <a:rPr lang="en-US" altLang="en-US" sz="1800" dirty="0" smtClean="0">
                <a:solidFill>
                  <a:srgbClr val="332B60"/>
                </a:solidFill>
              </a:rPr>
              <a:t>Antes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euismod</a:t>
            </a:r>
            <a:r>
              <a:rPr lang="en-US" altLang="en-US" sz="1800" dirty="0" smtClean="0">
                <a:solidFill>
                  <a:srgbClr val="332B60"/>
                </a:solidFill>
              </a:rPr>
              <a:t> sit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ullamcorper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</a:p>
          <a:p>
            <a:r>
              <a:rPr lang="en-US" altLang="en-US" sz="1800" dirty="0" err="1" smtClean="0">
                <a:solidFill>
                  <a:srgbClr val="332B60"/>
                </a:solidFill>
              </a:rPr>
              <a:t>pesnonare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plac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erat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udm</a:t>
            </a:r>
            <a:r>
              <a:rPr lang="en-US" altLang="en-US" sz="1800" dirty="0" smtClean="0">
                <a:solidFill>
                  <a:srgbClr val="332B60"/>
                </a:solidFill>
              </a:rPr>
              <a:t> on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spfael</a:t>
            </a:r>
            <a:r>
              <a:rPr lang="en-US" altLang="en-US" sz="1800" dirty="0" smtClean="0">
                <a:solidFill>
                  <a:srgbClr val="332B60"/>
                </a:solidFill>
              </a:rPr>
              <a:t> is </a:t>
            </a:r>
          </a:p>
        </p:txBody>
      </p:sp>
      <p:sp>
        <p:nvSpPr>
          <p:cNvPr id="1024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6983856" y="4553272"/>
            <a:ext cx="4595000" cy="1237178"/>
          </a:xfrm>
        </p:spPr>
        <p:txBody>
          <a:bodyPr/>
          <a:lstStyle/>
          <a:p>
            <a:r>
              <a:rPr lang="en-US" altLang="en-US" sz="1800" dirty="0" smtClean="0">
                <a:solidFill>
                  <a:srgbClr val="332B60"/>
                </a:solidFill>
              </a:rPr>
              <a:t>Antes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euismod</a:t>
            </a:r>
            <a:r>
              <a:rPr lang="en-US" altLang="en-US" sz="1800" dirty="0" smtClean="0">
                <a:solidFill>
                  <a:srgbClr val="332B60"/>
                </a:solidFill>
              </a:rPr>
              <a:t> sit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ullamcorper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</a:p>
          <a:p>
            <a:r>
              <a:rPr lang="en-US" altLang="en-US" sz="1800" dirty="0" err="1" smtClean="0">
                <a:solidFill>
                  <a:srgbClr val="332B60"/>
                </a:solidFill>
              </a:rPr>
              <a:t>pesnonare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plac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erat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udm</a:t>
            </a:r>
            <a:r>
              <a:rPr lang="en-US" altLang="en-US" sz="1800" dirty="0" smtClean="0">
                <a:solidFill>
                  <a:srgbClr val="332B60"/>
                </a:solidFill>
              </a:rPr>
              <a:t> on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spfael</a:t>
            </a:r>
            <a:r>
              <a:rPr lang="en-US" altLang="en-US" sz="1800" dirty="0" smtClean="0">
                <a:solidFill>
                  <a:srgbClr val="332B60"/>
                </a:solidFill>
              </a:rPr>
              <a:t> is </a:t>
            </a:r>
          </a:p>
          <a:p>
            <a:r>
              <a:rPr lang="en-US" altLang="en-US" sz="1800" dirty="0" err="1" smtClean="0">
                <a:solidFill>
                  <a:srgbClr val="332B60"/>
                </a:solidFill>
              </a:rPr>
              <a:t>simollis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purus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lorem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ipsum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</a:p>
          <a:p>
            <a:endParaRPr lang="en-US" altLang="en-US" sz="1800" dirty="0" smtClean="0">
              <a:solidFill>
                <a:srgbClr val="332B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en-US" dirty="0" err="1" smtClean="0">
                <a:solidFill>
                  <a:srgbClr val="332B60"/>
                </a:solidFill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pealkiri</a:t>
            </a:r>
            <a:r>
              <a:rPr lang="et-EE" altLang="en-US" dirty="0" smtClean="0">
                <a:solidFill>
                  <a:srgbClr val="332B60"/>
                </a:solidFill>
              </a:rPr>
              <a:t/>
            </a:r>
            <a:br>
              <a:rPr lang="et-EE" altLang="en-US" dirty="0" smtClean="0">
                <a:solidFill>
                  <a:srgbClr val="332B60"/>
                </a:solidFill>
              </a:rPr>
            </a:br>
            <a:r>
              <a:rPr lang="en-US" altLang="en-US" dirty="0" err="1" smtClean="0">
                <a:solidFill>
                  <a:srgbClr val="332B60"/>
                </a:solidFill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</a:rPr>
              <a:t> real</a:t>
            </a:r>
          </a:p>
          <a:p>
            <a:endParaRPr lang="en-US" altLang="en-US" dirty="0" smtClean="0">
              <a:solidFill>
                <a:srgbClr val="332B60"/>
              </a:solidFill>
            </a:endParaRPr>
          </a:p>
        </p:txBody>
      </p:sp>
      <p:sp>
        <p:nvSpPr>
          <p:cNvPr id="11267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2171699" y="1628775"/>
            <a:ext cx="9115425" cy="627315"/>
          </a:xfrm>
        </p:spPr>
        <p:txBody>
          <a:bodyPr/>
          <a:lstStyle/>
          <a:p>
            <a:r>
              <a:rPr lang="en-US" altLang="en-US" sz="1800" dirty="0" err="1" smtClean="0">
                <a:solidFill>
                  <a:srgbClr val="332B60"/>
                </a:solidFill>
              </a:rPr>
              <a:t>Lorem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ipsum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dolore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amet</a:t>
            </a:r>
            <a:r>
              <a:rPr lang="en-US" altLang="en-US" sz="1800" dirty="0" smtClean="0">
                <a:solidFill>
                  <a:srgbClr val="332B60"/>
                </a:solidFill>
              </a:rPr>
              <a:t>,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consectetuere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adipiscing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elit</a:t>
            </a:r>
            <a:r>
              <a:rPr lang="en-US" altLang="en-US" sz="1800" dirty="0" smtClean="0">
                <a:solidFill>
                  <a:srgbClr val="332B60"/>
                </a:solidFill>
              </a:rPr>
              <a:t>. Null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dictu</a:t>
            </a:r>
            <a:r>
              <a:rPr lang="en-US" altLang="en-US" sz="1800" dirty="0" smtClean="0">
                <a:solidFill>
                  <a:srgbClr val="332B60"/>
                </a:solidFill>
              </a:rPr>
              <a:t> magna </a:t>
            </a:r>
          </a:p>
          <a:p>
            <a:r>
              <a:rPr lang="en-US" altLang="en-US" sz="1800" dirty="0" err="1" smtClean="0">
                <a:solidFill>
                  <a:srgbClr val="332B60"/>
                </a:solidFill>
              </a:rPr>
              <a:t>uspendisse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acendis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upitsede</a:t>
            </a:r>
            <a:r>
              <a:rPr lang="en-US" altLang="en-US" sz="1800" dirty="0" smtClean="0">
                <a:solidFill>
                  <a:srgbClr val="332B60"/>
                </a:solidFill>
              </a:rPr>
              <a:t>.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Nullam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sed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semeti</a:t>
            </a:r>
            <a:r>
              <a:rPr lang="en-US" altLang="en-US" sz="1800" dirty="0" smtClean="0">
                <a:solidFill>
                  <a:srgbClr val="332B60"/>
                </a:solidFill>
              </a:rPr>
              <a:t> </a:t>
            </a:r>
            <a:r>
              <a:rPr lang="en-US" altLang="en-US" sz="1800" dirty="0" err="1" smtClean="0">
                <a:solidFill>
                  <a:srgbClr val="332B60"/>
                </a:solidFill>
              </a:rPr>
              <a:t>indespe</a:t>
            </a:r>
            <a:r>
              <a:rPr lang="en-US" altLang="en-US" sz="1800" dirty="0" smtClean="0">
                <a:solidFill>
                  <a:srgbClr val="332B60"/>
                </a:solidFill>
              </a:rPr>
              <a:t>.</a:t>
            </a:r>
          </a:p>
          <a:p>
            <a:endParaRPr lang="en-US" altLang="en-US" sz="1800" dirty="0" smtClean="0">
              <a:solidFill>
                <a:srgbClr val="332B60"/>
              </a:solidFill>
            </a:endParaRPr>
          </a:p>
        </p:txBody>
      </p:sp>
      <p:pic>
        <p:nvPicPr>
          <p:cNvPr id="11268" name="Pildi kohatäide 2"/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41" t="24270" r="199" b="27412"/>
          <a:stretch/>
        </p:blipFill>
        <p:spPr>
          <a:xfrm>
            <a:off x="2171699" y="2395482"/>
            <a:ext cx="8152515" cy="3161804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ldi kohatäide 2"/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54" r="9854"/>
          <a:stretch/>
        </p:blipFill>
        <p:spPr>
          <a:xfrm>
            <a:off x="2171700" y="549276"/>
            <a:ext cx="4905375" cy="5011352"/>
          </a:xfrm>
        </p:spPr>
      </p:pic>
      <p:pic>
        <p:nvPicPr>
          <p:cNvPr id="12292" name="Pildi kohatäide 6"/>
          <p:cNvPicPr>
            <a:picLocks noGrp="1" noChangeAspect="1"/>
          </p:cNvPicPr>
          <p:nvPr>
            <p:ph type="pic" sz="quarter" idx="19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44" r="8844"/>
          <a:stretch/>
        </p:blipFill>
        <p:spPr>
          <a:xfrm>
            <a:off x="7511753" y="3209366"/>
            <a:ext cx="3346747" cy="2363422"/>
          </a:xfrm>
        </p:spPr>
      </p:pic>
      <p:pic>
        <p:nvPicPr>
          <p:cNvPr id="12291" name="Pildi kohatäide 4"/>
          <p:cNvPicPr>
            <a:picLocks noGrp="1" noChangeAspect="1"/>
          </p:cNvPicPr>
          <p:nvPr>
            <p:ph type="pic" sz="quarter" idx="2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0" r="6830"/>
          <a:stretch>
            <a:fillRect/>
          </a:stretch>
        </p:blipFill>
        <p:spPr>
          <a:xfrm>
            <a:off x="7511753" y="549276"/>
            <a:ext cx="3342757" cy="2279650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ext Placeholder 1"/>
          <p:cNvSpPr>
            <a:spLocks noGrp="1"/>
          </p:cNvSpPr>
          <p:nvPr>
            <p:ph type="body" sz="quarter" idx="13"/>
          </p:nvPr>
        </p:nvSpPr>
        <p:spPr bwMode="auto">
          <a:xfrm>
            <a:off x="479425" y="549275"/>
            <a:ext cx="8820150" cy="83661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anchor="t" anchorCtr="0" compatLnSpc="1">
            <a:prstTxWarp prst="textNoShape">
              <a:avLst/>
            </a:prstTxWarp>
          </a:bodyPr>
          <a:lstStyle/>
          <a:p>
            <a:pPr fontAlgn="base">
              <a:spcAft>
                <a:spcPct val="0"/>
              </a:spcAft>
              <a:buFont typeface="Arial" charset="0"/>
              <a:buNone/>
            </a:pPr>
            <a:r>
              <a:rPr lang="en-US" altLang="en-US" dirty="0" err="1" smtClean="0">
                <a:solidFill>
                  <a:srgbClr val="332B60"/>
                </a:solidFill>
                <a:latin typeface="Verdana" pitchFamily="34" charset="0"/>
              </a:rPr>
              <a:t>Slaidi</a:t>
            </a:r>
            <a:r>
              <a:rPr lang="en-US" altLang="en-US" dirty="0" smtClean="0">
                <a:solidFill>
                  <a:srgbClr val="332B60"/>
                </a:solidFill>
                <a:latin typeface="Verdana" pitchFamily="34" charset="0"/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  <a:latin typeface="Verdana" pitchFamily="34" charset="0"/>
              </a:rPr>
              <a:t>pealkiri</a:t>
            </a:r>
            <a:r>
              <a:rPr lang="et-EE" altLang="en-US" dirty="0" smtClean="0">
                <a:solidFill>
                  <a:srgbClr val="332B60"/>
                </a:solidFill>
                <a:latin typeface="Verdana" pitchFamily="34" charset="0"/>
              </a:rPr>
              <a:t/>
            </a:r>
            <a:br>
              <a:rPr lang="et-EE" altLang="en-US" dirty="0" smtClean="0">
                <a:solidFill>
                  <a:srgbClr val="332B60"/>
                </a:solidFill>
                <a:latin typeface="Verdana" pitchFamily="34" charset="0"/>
              </a:rPr>
            </a:br>
            <a:r>
              <a:rPr lang="en-US" altLang="en-US" dirty="0" err="1" smtClean="0">
                <a:solidFill>
                  <a:srgbClr val="332B60"/>
                </a:solidFill>
                <a:latin typeface="Verdana" pitchFamily="34" charset="0"/>
              </a:rPr>
              <a:t>vajadusel</a:t>
            </a:r>
            <a:r>
              <a:rPr lang="en-US" altLang="en-US" dirty="0" smtClean="0">
                <a:solidFill>
                  <a:srgbClr val="332B60"/>
                </a:solidFill>
                <a:latin typeface="Verdana" pitchFamily="34" charset="0"/>
              </a:rPr>
              <a:t> </a:t>
            </a:r>
            <a:r>
              <a:rPr lang="en-US" altLang="en-US" dirty="0" err="1" smtClean="0">
                <a:solidFill>
                  <a:srgbClr val="332B60"/>
                </a:solidFill>
                <a:latin typeface="Verdana" pitchFamily="34" charset="0"/>
              </a:rPr>
              <a:t>kahel</a:t>
            </a:r>
            <a:r>
              <a:rPr lang="en-US" altLang="en-US" dirty="0" smtClean="0">
                <a:solidFill>
                  <a:srgbClr val="332B60"/>
                </a:solidFill>
                <a:latin typeface="Verdana" pitchFamily="34" charset="0"/>
              </a:rPr>
              <a:t> real</a:t>
            </a:r>
          </a:p>
          <a:p>
            <a:pPr fontAlgn="base">
              <a:spcAft>
                <a:spcPct val="0"/>
              </a:spcAft>
              <a:buFont typeface="Arial" charset="0"/>
              <a:buNone/>
            </a:pPr>
            <a:endParaRPr lang="en-US" altLang="en-US" dirty="0" smtClean="0">
              <a:solidFill>
                <a:srgbClr val="332B60"/>
              </a:solidFill>
              <a:latin typeface="Verdana" pitchFamily="34" charset="0"/>
            </a:endParaRP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sz="quarter" idx="23"/>
            <p:extLst>
              <p:ext uri="{D42A27DB-BD31-4B8C-83A1-F6EECF244321}">
                <p14:modId xmlns:p14="http://schemas.microsoft.com/office/powerpoint/2010/main" val="1260890118"/>
              </p:ext>
            </p:extLst>
          </p:nvPr>
        </p:nvGraphicFramePr>
        <p:xfrm>
          <a:off x="2171700" y="1628775"/>
          <a:ext cx="8964614" cy="392049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241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11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11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11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Lorem </a:t>
                      </a:r>
                      <a:r>
                        <a:rPr kumimoji="0" lang="en-US" altLang="en-US" sz="1800" b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ipsum</a:t>
                      </a:r>
                      <a:endParaRPr kumimoji="0" lang="en-US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Lorem </a:t>
                      </a:r>
                      <a:r>
                        <a:rPr kumimoji="0" lang="en-US" altLang="en-US" sz="1800" b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ipsum</a:t>
                      </a:r>
                      <a:endParaRPr kumimoji="0" lang="en-US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Lorem </a:t>
                      </a:r>
                      <a:r>
                        <a:rPr kumimoji="0" lang="en-US" altLang="en-US" sz="1800" b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ipsum</a:t>
                      </a:r>
                      <a:endParaRPr kumimoji="0" lang="en-US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Lorem </a:t>
                      </a:r>
                      <a:r>
                        <a:rPr kumimoji="0" lang="en-US" altLang="en-US" sz="1800" b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ipsum</a:t>
                      </a:r>
                      <a:endParaRPr kumimoji="0" lang="en-US" alt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altLang="en-US" sz="1400" dirty="0">
                          <a:solidFill>
                            <a:srgbClr val="332B60"/>
                          </a:solidFill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altLang="en-US" sz="1400" dirty="0">
                        <a:solidFill>
                          <a:srgbClr val="332B60"/>
                        </a:solidFill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altLang="en-US" sz="1400" dirty="0">
                          <a:solidFill>
                            <a:srgbClr val="332B60"/>
                          </a:solidFill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altLang="en-US" sz="1400" dirty="0">
                        <a:solidFill>
                          <a:srgbClr val="332B60"/>
                        </a:solidFill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altLang="en-US" sz="1400" dirty="0">
                          <a:solidFill>
                            <a:srgbClr val="332B60"/>
                          </a:solidFill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altLang="en-US" sz="1400" dirty="0">
                        <a:solidFill>
                          <a:srgbClr val="332B60"/>
                        </a:solidFill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altLang="en-US" sz="1400" dirty="0">
                          <a:solidFill>
                            <a:srgbClr val="332B60"/>
                          </a:solidFill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altLang="en-US" sz="1400" dirty="0">
                        <a:solidFill>
                          <a:srgbClr val="332B60"/>
                        </a:solidFill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332B60"/>
                        </a:solidFill>
                        <a:effectLst/>
                        <a:latin typeface="Verdana" charset="0"/>
                      </a:endParaRP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415"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>
                      <a:lvl1pPr>
                        <a:lnSpc>
                          <a:spcPct val="90000"/>
                        </a:lnSpc>
                        <a:spcBef>
                          <a:spcPts val="1000"/>
                        </a:spcBef>
                        <a:buFont typeface="Arial" charset="0"/>
                        <a:defRPr sz="2400">
                          <a:solidFill>
                            <a:schemeClr val="tx1"/>
                          </a:solidFill>
                          <a:latin typeface="Verdana" charset="0"/>
                        </a:defRPr>
                      </a:lvl1pPr>
                      <a:lvl2pPr marL="742950" indent="-28575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2000">
                          <a:solidFill>
                            <a:schemeClr val="tx1"/>
                          </a:solidFill>
                          <a:latin typeface="Verdana" charset="0"/>
                        </a:defRPr>
                      </a:lvl2pPr>
                      <a:lvl3pPr marL="11430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>
                          <a:solidFill>
                            <a:schemeClr val="tx1"/>
                          </a:solidFill>
                          <a:latin typeface="Verdana" charset="0"/>
                        </a:defRPr>
                      </a:lvl3pPr>
                      <a:lvl4pPr marL="16002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4pPr>
                      <a:lvl5pPr marL="2057400" indent="-228600">
                        <a:lnSpc>
                          <a:spcPct val="90000"/>
                        </a:lnSpc>
                        <a:spcBef>
                          <a:spcPts val="500"/>
                        </a:spcBef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5pPr>
                      <a:lvl6pPr marL="25146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6pPr>
                      <a:lvl7pPr marL="29718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7pPr>
                      <a:lvl8pPr marL="34290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8pPr>
                      <a:lvl9pPr marL="3886200" indent="-228600" eaLnBrk="0" fontAlgn="base" hangingPunct="0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ct val="0"/>
                        </a:spcAft>
                        <a:buFont typeface="Arial" charset="0"/>
                        <a:defRPr sz="1600">
                          <a:solidFill>
                            <a:schemeClr val="tx1"/>
                          </a:solidFill>
                          <a:latin typeface="Verdan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400" u="none" strike="noStrike" cap="none" normalizeH="0" baseline="0" dirty="0">
                          <a:ln>
                            <a:noFill/>
                          </a:ln>
                          <a:solidFill>
                            <a:srgbClr val="332B60"/>
                          </a:solidFill>
                          <a:effectLst/>
                        </a:rPr>
                        <a:t>Lorem ipsum</a:t>
                      </a:r>
                    </a:p>
                  </a:txBody>
                  <a:tcPr marT="45722" marB="45722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3" t="21094" r="-1" b="21589"/>
          <a:stretch/>
        </p:blipFill>
        <p:spPr>
          <a:xfrm>
            <a:off x="-15498" y="0"/>
            <a:ext cx="12207497" cy="4940618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976869" y="4801074"/>
            <a:ext cx="10159444" cy="1635065"/>
          </a:xfrm>
        </p:spPr>
        <p:txBody>
          <a:bodyPr>
            <a:normAutofit/>
          </a:bodyPr>
          <a:lstStyle/>
          <a:p>
            <a:r>
              <a:rPr lang="en-US" altLang="en-US" dirty="0"/>
              <a:t>TALLINN</a:t>
            </a:r>
            <a:r>
              <a:rPr lang="et-EE" altLang="en-US" dirty="0"/>
              <a:t>A</a:t>
            </a:r>
            <a:r>
              <a:rPr lang="en-US" altLang="en-US" dirty="0"/>
              <a:t> </a:t>
            </a:r>
            <a:r>
              <a:rPr lang="et-EE" altLang="en-US" dirty="0"/>
              <a:t>TEHNIKAÜLIKOOL</a:t>
            </a:r>
            <a:endParaRPr lang="en-US" altLang="en-US" dirty="0"/>
          </a:p>
          <a:p>
            <a:r>
              <a:rPr lang="en-US" altLang="en-US" sz="1700" b="0" cap="none" dirty="0" err="1">
                <a:solidFill>
                  <a:srgbClr val="332B60"/>
                </a:solidFill>
              </a:rPr>
              <a:t>Ehitajate</a:t>
            </a:r>
            <a:r>
              <a:rPr lang="en-US" altLang="en-US" sz="1700" b="0" cap="none" dirty="0">
                <a:solidFill>
                  <a:srgbClr val="332B60"/>
                </a:solidFill>
              </a:rPr>
              <a:t> </a:t>
            </a:r>
            <a:r>
              <a:rPr lang="et-EE" altLang="en-US" sz="1700" b="0" cap="none" dirty="0">
                <a:solidFill>
                  <a:srgbClr val="332B60"/>
                </a:solidFill>
              </a:rPr>
              <a:t>tee</a:t>
            </a:r>
            <a:r>
              <a:rPr lang="en-US" altLang="en-US" sz="1700" b="0" cap="none" dirty="0">
                <a:solidFill>
                  <a:srgbClr val="332B60"/>
                </a:solidFill>
              </a:rPr>
              <a:t> 5, 19086 </a:t>
            </a:r>
            <a:r>
              <a:rPr lang="en-US" altLang="en-US" sz="1700" b="0" cap="none" dirty="0" smtClean="0">
                <a:solidFill>
                  <a:srgbClr val="332B60"/>
                </a:solidFill>
              </a:rPr>
              <a:t>Tallinn</a:t>
            </a:r>
            <a:r>
              <a:rPr lang="et-EE" altLang="en-US" sz="1700" b="0" cap="none" dirty="0" smtClean="0">
                <a:solidFill>
                  <a:srgbClr val="332B60"/>
                </a:solidFill>
              </a:rPr>
              <a:t>, </a:t>
            </a:r>
          </a:p>
          <a:p>
            <a:r>
              <a:rPr lang="et-EE" altLang="en-US" sz="1700" b="0" cap="none" dirty="0" smtClean="0">
                <a:solidFill>
                  <a:srgbClr val="332B60"/>
                </a:solidFill>
              </a:rPr>
              <a:t>Tel </a:t>
            </a:r>
            <a:r>
              <a:rPr lang="en-US" altLang="en-US" sz="1700" b="0" cap="none" dirty="0">
                <a:solidFill>
                  <a:srgbClr val="332B60"/>
                </a:solidFill>
              </a:rPr>
              <a:t>620 2002 (</a:t>
            </a:r>
            <a:r>
              <a:rPr lang="et-EE" altLang="en-US" sz="1700" b="0" cap="none" dirty="0">
                <a:solidFill>
                  <a:srgbClr val="332B60"/>
                </a:solidFill>
              </a:rPr>
              <a:t>E-R</a:t>
            </a:r>
            <a:r>
              <a:rPr lang="en-US" altLang="en-US" sz="1700" b="0" cap="none" dirty="0">
                <a:solidFill>
                  <a:srgbClr val="332B60"/>
                </a:solidFill>
              </a:rPr>
              <a:t> 8.30–</a:t>
            </a:r>
            <a:r>
              <a:rPr lang="et-EE" altLang="en-US" sz="1700" b="0" cap="none" dirty="0">
                <a:solidFill>
                  <a:srgbClr val="332B60"/>
                </a:solidFill>
              </a:rPr>
              <a:t>17</a:t>
            </a:r>
            <a:r>
              <a:rPr lang="en-US" altLang="en-US" sz="1700" b="0" cap="none" dirty="0" smtClean="0">
                <a:solidFill>
                  <a:srgbClr val="332B60"/>
                </a:solidFill>
              </a:rPr>
              <a:t>.00</a:t>
            </a:r>
            <a:r>
              <a:rPr lang="et-EE" altLang="en-US" sz="1700" b="0" cap="none" dirty="0" smtClean="0">
                <a:solidFill>
                  <a:srgbClr val="332B60"/>
                </a:solidFill>
              </a:rPr>
              <a:t>)</a:t>
            </a:r>
            <a:endParaRPr lang="en-US" altLang="en-US" sz="1700" cap="none" dirty="0">
              <a:solidFill>
                <a:srgbClr val="332B60"/>
              </a:solidFill>
            </a:endParaRPr>
          </a:p>
          <a:p>
            <a:r>
              <a:rPr lang="en-US" altLang="en-US" sz="1700" cap="none" dirty="0">
                <a:solidFill>
                  <a:srgbClr val="332B60"/>
                </a:solidFill>
                <a:latin typeface="Verdana" panose="020B0604030504040204" pitchFamily="34" charset="0"/>
              </a:rPr>
              <a:t>t</a:t>
            </a:r>
            <a:r>
              <a:rPr lang="et-EE" altLang="en-US" sz="1700" cap="none" dirty="0" err="1">
                <a:solidFill>
                  <a:srgbClr val="332B60"/>
                </a:solidFill>
                <a:latin typeface="Verdana" panose="020B0604030504040204" pitchFamily="34" charset="0"/>
              </a:rPr>
              <a:t>altech</a:t>
            </a:r>
            <a:r>
              <a:rPr lang="en-US" altLang="en-US" sz="1700" cap="none" dirty="0" smtClean="0">
                <a:solidFill>
                  <a:srgbClr val="332B60"/>
                </a:solidFill>
                <a:latin typeface="Verdana" panose="020B0604030504040204" pitchFamily="34" charset="0"/>
              </a:rPr>
              <a:t>.</a:t>
            </a:r>
            <a:r>
              <a:rPr lang="en-US" altLang="en-US" sz="1700" cap="none" dirty="0" err="1" smtClean="0">
                <a:solidFill>
                  <a:srgbClr val="332B60"/>
                </a:solidFill>
                <a:latin typeface="Verdana" panose="020B0604030504040204" pitchFamily="34" charset="0"/>
              </a:rPr>
              <a:t>ee</a:t>
            </a:r>
            <a:endParaRPr lang="en-US" altLang="en-US" sz="1700" cap="none" dirty="0" smtClean="0">
              <a:solidFill>
                <a:srgbClr val="332B60"/>
              </a:solidFill>
            </a:endParaRPr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555" y="1958640"/>
            <a:ext cx="2447645" cy="13706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'i kujundus">
  <a:themeElements>
    <a:clrScheme name="TalTech">
      <a:dk1>
        <a:srgbClr val="000000"/>
      </a:dk1>
      <a:lt1>
        <a:srgbClr val="FFFFFF"/>
      </a:lt1>
      <a:dk2>
        <a:srgbClr val="332B60"/>
      </a:dk2>
      <a:lt2>
        <a:srgbClr val="DADAE4"/>
      </a:lt2>
      <a:accent1>
        <a:srgbClr val="E4067E"/>
      </a:accent1>
      <a:accent2>
        <a:srgbClr val="9396B0"/>
      </a:accent2>
      <a:accent3>
        <a:srgbClr val="AB1352"/>
      </a:accent3>
      <a:accent4>
        <a:srgbClr val="4FBFD3"/>
      </a:accent4>
      <a:accent5>
        <a:srgbClr val="332B60"/>
      </a:accent5>
      <a:accent6>
        <a:srgbClr val="DADAE4"/>
      </a:accent6>
      <a:hlink>
        <a:srgbClr val="AB1352"/>
      </a:hlink>
      <a:folHlink>
        <a:srgbClr val="AB1352"/>
      </a:folHlink>
    </a:clrScheme>
    <a:fontScheme name="TTÜ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wrap="square" rtlCol="0" anchor="ctr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NEWNEW" id="{65034802-83F1-DE41-A876-6851A238EDFE}" vid="{814C7433-F944-B249-91D8-8F253693EC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1573</TotalTime>
  <Words>658</Words>
  <Application>Microsoft Office PowerPoint</Application>
  <PresentationFormat>Widescreen</PresentationFormat>
  <Paragraphs>186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Verdana</vt:lpstr>
      <vt:lpstr>Wingdings</vt:lpstr>
      <vt:lpstr>Office'i kujundus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Tallinn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PowerPointi esitlus</dc:title>
  <dc:creator>Anu Teder</dc:creator>
  <cp:lastModifiedBy>Diana Aljas</cp:lastModifiedBy>
  <cp:revision>131</cp:revision>
  <dcterms:created xsi:type="dcterms:W3CDTF">2018-09-19T06:51:01Z</dcterms:created>
  <dcterms:modified xsi:type="dcterms:W3CDTF">2019-03-25T14:44:26Z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9643374</vt:lpwstr>
  </property>
  <property fmtid="{D5CDD505-2E9C-101B-9397-08002B2CF9AE}" pid="3" name="NXPowerLiteSettings">
    <vt:lpwstr>C780073804F000</vt:lpwstr>
  </property>
  <property fmtid="{D5CDD505-2E9C-101B-9397-08002B2CF9AE}" pid="4" name="NXPowerLiteVersion">
    <vt:lpwstr>D8.0.4</vt:lpwstr>
  </property>
</Properties>
</file>